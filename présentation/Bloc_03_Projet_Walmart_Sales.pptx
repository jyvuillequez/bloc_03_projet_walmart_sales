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1"/>
  </p:notesMasterIdLst>
  <p:sldIdLst>
    <p:sldId id="256" r:id="rId3"/>
    <p:sldId id="258" r:id="rId4"/>
    <p:sldId id="272" r:id="rId5"/>
    <p:sldId id="273" r:id="rId6"/>
    <p:sldId id="274" r:id="rId7"/>
    <p:sldId id="276" r:id="rId8"/>
    <p:sldId id="275" r:id="rId9"/>
    <p:sldId id="271" r:id="rId10"/>
  </p:sldIdLst>
  <p:sldSz cx="9144000" cy="5143500" type="screen16x9"/>
  <p:notesSz cx="6858000" cy="9144000"/>
  <p:embeddedFontLst>
    <p:embeddedFont>
      <p:font typeface="Inter Medium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3449"/>
    <a:srgbClr val="E4E9EB"/>
    <a:srgbClr val="F44470"/>
    <a:srgbClr val="41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BB760-0C4E-462A-AC49-5F72D8585396}" v="101" dt="2026-02-11T17:02:34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0507" autoAdjust="0"/>
  </p:normalViewPr>
  <p:slideViewPr>
    <p:cSldViewPr snapToGrid="0">
      <p:cViewPr varScale="1">
        <p:scale>
          <a:sx n="135" d="100"/>
          <a:sy n="135" d="100"/>
        </p:scale>
        <p:origin x="846" y="3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addMainMaster delMainMaster">
      <pc:chgData name="Jean-Yves Vuillequez" userId="e7fac481abea6bd0" providerId="LiveId" clId="{79E365E8-22BC-4EC2-9606-9A9AC6CD1D22}" dt="2026-02-11T17:02:55.722" v="2275" actId="20577"/>
      <pc:docMkLst>
        <pc:docMk/>
      </pc:docMkLst>
      <pc:sldChg chg="addSp modSp mod">
        <pc:chgData name="Jean-Yves Vuillequez" userId="e7fac481abea6bd0" providerId="LiveId" clId="{79E365E8-22BC-4EC2-9606-9A9AC6CD1D22}" dt="2026-01-30T14:15:54.347" v="107" actId="14100"/>
        <pc:sldMkLst>
          <pc:docMk/>
          <pc:sldMk cId="0" sldId="256"/>
        </pc:sldMkLst>
        <pc:spChg chg="add mod">
          <ac:chgData name="Jean-Yves Vuillequez" userId="e7fac481abea6bd0" providerId="LiveId" clId="{79E365E8-22BC-4EC2-9606-9A9AC6CD1D22}" dt="2026-01-30T14:11:54.572" v="105" actId="1037"/>
          <ac:spMkLst>
            <pc:docMk/>
            <pc:sldMk cId="0" sldId="256"/>
            <ac:spMk id="3" creationId="{124BAD35-7509-EAFD-F0C5-0C17E26060D0}"/>
          </ac:spMkLst>
        </pc:spChg>
        <pc:spChg chg="mod">
          <ac:chgData name="Jean-Yves Vuillequez" userId="e7fac481abea6bd0" providerId="LiveId" clId="{79E365E8-22BC-4EC2-9606-9A9AC6CD1D22}" dt="2026-01-30T14:11:34.993" v="9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6-01-30T14:15:54.347" v="107" actId="14100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addAnim delAnim modNotesTx">
        <pc:chgData name="Jean-Yves Vuillequez" userId="e7fac481abea6bd0" providerId="LiveId" clId="{79E365E8-22BC-4EC2-9606-9A9AC6CD1D22}" dt="2026-02-02T16:12:43.178" v="2008"/>
        <pc:sldMkLst>
          <pc:docMk/>
          <pc:sldMk cId="0" sldId="258"/>
        </pc:sldMkLst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2" creationId="{86EAA274-6C17-67CB-A10D-51EEF8179EBB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5" creationId="{C9E79F0C-F757-C223-90A8-073753256F1C}"/>
          </ac:spMkLst>
        </pc:spChg>
        <pc:spChg chg="add mod">
          <ac:chgData name="Jean-Yves Vuillequez" userId="e7fac481abea6bd0" providerId="LiveId" clId="{79E365E8-22BC-4EC2-9606-9A9AC6CD1D22}" dt="2026-02-02T16:06:25.880" v="1917" actId="20577"/>
          <ac:spMkLst>
            <pc:docMk/>
            <pc:sldMk cId="0" sldId="258"/>
            <ac:spMk id="6" creationId="{243FF7A6-205C-44FD-4C04-67C8CD0DF557}"/>
          </ac:spMkLst>
        </pc:spChg>
        <pc:spChg chg="mod">
          <ac:chgData name="Jean-Yves Vuillequez" userId="e7fac481abea6bd0" providerId="LiveId" clId="{79E365E8-22BC-4EC2-9606-9A9AC6CD1D22}" dt="2026-02-02T16:12:43.178" v="2008"/>
          <ac:spMkLst>
            <pc:docMk/>
            <pc:sldMk cId="0" sldId="258"/>
            <ac:spMk id="10" creationId="{FC491CDF-3F34-BB39-0A82-0DAC007BD132}"/>
          </ac:spMkLst>
        </pc:spChg>
        <pc:spChg chg="mod">
          <ac:chgData name="Jean-Yves Vuillequez" userId="e7fac481abea6bd0" providerId="LiveId" clId="{79E365E8-22BC-4EC2-9606-9A9AC6CD1D22}" dt="2026-02-02T16:12:43.178" v="2008"/>
          <ac:spMkLst>
            <pc:docMk/>
            <pc:sldMk cId="0" sldId="258"/>
            <ac:spMk id="11" creationId="{ACF1FAB6-8357-78A4-A151-F4B6A024E6A7}"/>
          </ac:spMkLst>
        </pc:spChg>
        <pc:spChg chg="mod">
          <ac:chgData name="Jean-Yves Vuillequez" userId="e7fac481abea6bd0" providerId="LiveId" clId="{79E365E8-22BC-4EC2-9606-9A9AC6CD1D22}" dt="2026-02-02T16:12:43.178" v="2008"/>
          <ac:spMkLst>
            <pc:docMk/>
            <pc:sldMk cId="0" sldId="258"/>
            <ac:spMk id="16" creationId="{08A772C8-4897-AF7E-F054-AC3177F094BA}"/>
          </ac:spMkLst>
        </pc:spChg>
        <pc:spChg chg="mod">
          <ac:chgData name="Jean-Yves Vuillequez" userId="e7fac481abea6bd0" providerId="LiveId" clId="{79E365E8-22BC-4EC2-9606-9A9AC6CD1D22}" dt="2026-02-02T16:12:43.178" v="2008"/>
          <ac:spMkLst>
            <pc:docMk/>
            <pc:sldMk cId="0" sldId="258"/>
            <ac:spMk id="18" creationId="{FA098B4A-1246-37C3-6B4B-35E8AB31E9C9}"/>
          </ac:spMkLst>
        </pc:spChg>
        <pc:spChg chg="mod">
          <ac:chgData name="Jean-Yves Vuillequez" userId="e7fac481abea6bd0" providerId="LiveId" clId="{79E365E8-22BC-4EC2-9606-9A9AC6CD1D22}" dt="2026-02-01T10:59:14.288" v="1874" actId="20577"/>
          <ac:spMkLst>
            <pc:docMk/>
            <pc:sldMk cId="0" sldId="258"/>
            <ac:spMk id="68" creationId="{00000000-0000-0000-0000-000000000000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72" creationId="{CC5A5943-95B8-9001-0CE5-5A0E7A057135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73" creationId="{07A23F0B-B4FA-D663-D358-18B8117E674E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74" creationId="{9DB93DE2-52AF-624C-2521-0CBC83F1DAEA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81" creationId="{2DBE87AA-DC75-2572-80DE-102D18A13697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82" creationId="{FC59DAA1-9B14-7026-9D1F-C0DD37590B10}"/>
          </ac:spMkLst>
        </pc:spChg>
        <pc:spChg chg="add mod">
          <ac:chgData name="Jean-Yves Vuillequez" userId="e7fac481abea6bd0" providerId="LiveId" clId="{79E365E8-22BC-4EC2-9606-9A9AC6CD1D22}" dt="2026-02-01T11:00:29.555" v="1881" actId="1076"/>
          <ac:spMkLst>
            <pc:docMk/>
            <pc:sldMk cId="0" sldId="258"/>
            <ac:spMk id="83" creationId="{F6AE8A9E-2414-9AB6-018C-C685CB23EAA8}"/>
          </ac:spMkLst>
        </pc:spChg>
        <pc:grpChg chg="add mod">
          <ac:chgData name="Jean-Yves Vuillequez" userId="e7fac481abea6bd0" providerId="LiveId" clId="{79E365E8-22BC-4EC2-9606-9A9AC6CD1D22}" dt="2026-02-02T16:12:43.178" v="2008"/>
          <ac:grpSpMkLst>
            <pc:docMk/>
            <pc:sldMk cId="0" sldId="258"/>
            <ac:grpSpMk id="9" creationId="{E2A99614-8874-B199-82B5-05C2082C22CF}"/>
          </ac:grpSpMkLst>
        </pc:grpChg>
        <pc:cxnChg chg="mod">
          <ac:chgData name="Jean-Yves Vuillequez" userId="e7fac481abea6bd0" providerId="LiveId" clId="{79E365E8-22BC-4EC2-9606-9A9AC6CD1D22}" dt="2026-02-02T16:12:43.178" v="2008"/>
          <ac:cxnSpMkLst>
            <pc:docMk/>
            <pc:sldMk cId="0" sldId="258"/>
            <ac:cxnSpMk id="19" creationId="{E7C378F0-540F-EE8C-5E65-A2634082EA39}"/>
          </ac:cxnSpMkLst>
        </pc:cxnChg>
        <pc:cxnChg chg="mod">
          <ac:chgData name="Jean-Yves Vuillequez" userId="e7fac481abea6bd0" providerId="LiveId" clId="{79E365E8-22BC-4EC2-9606-9A9AC6CD1D22}" dt="2026-02-02T16:12:43.178" v="2008"/>
          <ac:cxnSpMkLst>
            <pc:docMk/>
            <pc:sldMk cId="0" sldId="258"/>
            <ac:cxnSpMk id="20" creationId="{D2131AD7-8C86-1B7B-D274-91FF7C6CFAD4}"/>
          </ac:cxnSpMkLst>
        </pc:cxnChg>
        <pc:cxnChg chg="mod">
          <ac:chgData name="Jean-Yves Vuillequez" userId="e7fac481abea6bd0" providerId="LiveId" clId="{79E365E8-22BC-4EC2-9606-9A9AC6CD1D22}" dt="2026-02-02T16:12:43.178" v="2008"/>
          <ac:cxnSpMkLst>
            <pc:docMk/>
            <pc:sldMk cId="0" sldId="258"/>
            <ac:cxnSpMk id="21" creationId="{2ED16C50-1AF6-F13B-C817-6FE324309705}"/>
          </ac:cxnSpMkLst>
        </pc:cxnChg>
      </pc:sldChg>
      <pc:sldChg chg="add del">
        <pc:chgData name="Jean-Yves Vuillequez" userId="e7fac481abea6bd0" providerId="LiveId" clId="{79E365E8-22BC-4EC2-9606-9A9AC6CD1D22}" dt="2026-01-16T10:47:03.962" v="33" actId="47"/>
        <pc:sldMkLst>
          <pc:docMk/>
          <pc:sldMk cId="0" sldId="271"/>
        </pc:sldMkLst>
      </pc:sldChg>
      <pc:sldChg chg="addSp delSp modSp add mod">
        <pc:chgData name="Jean-Yves Vuillequez" userId="e7fac481abea6bd0" providerId="LiveId" clId="{79E365E8-22BC-4EC2-9606-9A9AC6CD1D22}" dt="2026-02-01T10:59:19.187" v="1875" actId="108"/>
        <pc:sldMkLst>
          <pc:docMk/>
          <pc:sldMk cId="1949808982" sldId="272"/>
        </pc:sldMkLst>
        <pc:spChg chg="mod">
          <ac:chgData name="Jean-Yves Vuillequez" userId="e7fac481abea6bd0" providerId="LiveId" clId="{79E365E8-22BC-4EC2-9606-9A9AC6CD1D22}" dt="2026-01-31T09:31:25.984" v="500" actId="14100"/>
          <ac:spMkLst>
            <pc:docMk/>
            <pc:sldMk cId="1949808982" sldId="272"/>
            <ac:spMk id="3" creationId="{918276D2-E6DF-25B7-DBF8-F68825179B1F}"/>
          </ac:spMkLst>
        </pc:spChg>
        <pc:spChg chg="mod">
          <ac:chgData name="Jean-Yves Vuillequez" userId="e7fac481abea6bd0" providerId="LiveId" clId="{79E365E8-22BC-4EC2-9606-9A9AC6CD1D22}" dt="2026-01-31T09:31:22.846" v="499" actId="1076"/>
          <ac:spMkLst>
            <pc:docMk/>
            <pc:sldMk cId="1949808982" sldId="272"/>
            <ac:spMk id="4" creationId="{E68FD57D-A21D-4A1D-E5BC-A166AFD04983}"/>
          </ac:spMkLst>
        </pc:spChg>
        <pc:spChg chg="mod">
          <ac:chgData name="Jean-Yves Vuillequez" userId="e7fac481abea6bd0" providerId="LiveId" clId="{79E365E8-22BC-4EC2-9606-9A9AC6CD1D22}" dt="2026-02-01T10:59:19.187" v="1875" actId="108"/>
          <ac:spMkLst>
            <pc:docMk/>
            <pc:sldMk cId="1949808982" sldId="272"/>
            <ac:spMk id="68" creationId="{F0826EF4-BD5C-8FF3-F987-33CC9D7D7599}"/>
          </ac:spMkLst>
        </pc:spChg>
        <pc:picChg chg="add mod">
          <ac:chgData name="Jean-Yves Vuillequez" userId="e7fac481abea6bd0" providerId="LiveId" clId="{79E365E8-22BC-4EC2-9606-9A9AC6CD1D22}" dt="2026-01-31T09:57:49.906" v="856" actId="1076"/>
          <ac:picMkLst>
            <pc:docMk/>
            <pc:sldMk cId="1949808982" sldId="272"/>
            <ac:picMk id="9" creationId="{E4FE4112-761B-E46C-E2ED-D901343CD1C1}"/>
          </ac:picMkLst>
        </pc:picChg>
        <pc:picChg chg="add mod">
          <ac:chgData name="Jean-Yves Vuillequez" userId="e7fac481abea6bd0" providerId="LiveId" clId="{79E365E8-22BC-4EC2-9606-9A9AC6CD1D22}" dt="2026-01-31T09:57:49.906" v="856" actId="1076"/>
          <ac:picMkLst>
            <pc:docMk/>
            <pc:sldMk cId="1949808982" sldId="272"/>
            <ac:picMk id="11" creationId="{2D2E5588-BF32-35DF-6EF3-8B4C3B09AF23}"/>
          </ac:picMkLst>
        </pc:picChg>
        <pc:picChg chg="add mod">
          <ac:chgData name="Jean-Yves Vuillequez" userId="e7fac481abea6bd0" providerId="LiveId" clId="{79E365E8-22BC-4EC2-9606-9A9AC6CD1D22}" dt="2026-01-31T09:57:49.906" v="856" actId="1076"/>
          <ac:picMkLst>
            <pc:docMk/>
            <pc:sldMk cId="1949808982" sldId="272"/>
            <ac:picMk id="13" creationId="{32704BFA-C581-04A6-D276-756B9859C1AD}"/>
          </ac:picMkLst>
        </pc:picChg>
      </pc:sldChg>
      <pc:sldChg chg="addSp delSp modSp add mod">
        <pc:chgData name="Jean-Yves Vuillequez" userId="e7fac481abea6bd0" providerId="LiveId" clId="{79E365E8-22BC-4EC2-9606-9A9AC6CD1D22}" dt="2026-02-02T17:16:08.171" v="2059" actId="1076"/>
        <pc:sldMkLst>
          <pc:docMk/>
          <pc:sldMk cId="350096336" sldId="273"/>
        </pc:sldMkLst>
        <pc:spChg chg="add mod">
          <ac:chgData name="Jean-Yves Vuillequez" userId="e7fac481abea6bd0" providerId="LiveId" clId="{79E365E8-22BC-4EC2-9606-9A9AC6CD1D22}" dt="2026-01-31T09:58:47.481" v="865"/>
          <ac:spMkLst>
            <pc:docMk/>
            <pc:sldMk cId="350096336" sldId="273"/>
            <ac:spMk id="2" creationId="{DA0D21DE-5FC5-41D5-1100-2998D53E4409}"/>
          </ac:spMkLst>
        </pc:spChg>
        <pc:spChg chg="add mod">
          <ac:chgData name="Jean-Yves Vuillequez" userId="e7fac481abea6bd0" providerId="LiveId" clId="{79E365E8-22BC-4EC2-9606-9A9AC6CD1D22}" dt="2026-01-31T10:11:02.947" v="988" actId="14100"/>
          <ac:spMkLst>
            <pc:docMk/>
            <pc:sldMk cId="350096336" sldId="273"/>
            <ac:spMk id="5" creationId="{94984F66-4CDD-54A8-8239-A2D75C6C5A9C}"/>
          </ac:spMkLst>
        </pc:spChg>
        <pc:spChg chg="add mod">
          <ac:chgData name="Jean-Yves Vuillequez" userId="e7fac481abea6bd0" providerId="LiveId" clId="{79E365E8-22BC-4EC2-9606-9A9AC6CD1D22}" dt="2026-02-02T17:16:07.501" v="2057" actId="6549"/>
          <ac:spMkLst>
            <pc:docMk/>
            <pc:sldMk cId="350096336" sldId="273"/>
            <ac:spMk id="6" creationId="{93C872CE-121A-B45D-34AA-6287E96C439E}"/>
          </ac:spMkLst>
        </pc:spChg>
        <pc:spChg chg="add mod">
          <ac:chgData name="Jean-Yves Vuillequez" userId="e7fac481abea6bd0" providerId="LiveId" clId="{79E365E8-22BC-4EC2-9606-9A9AC6CD1D22}" dt="2026-02-02T17:16:08.171" v="2059" actId="1076"/>
          <ac:spMkLst>
            <pc:docMk/>
            <pc:sldMk cId="350096336" sldId="273"/>
            <ac:spMk id="7" creationId="{DFF6D287-5BE8-BB84-3F48-D2D08FBDAEFB}"/>
          </ac:spMkLst>
        </pc:spChg>
        <pc:spChg chg="add mod">
          <ac:chgData name="Jean-Yves Vuillequez" userId="e7fac481abea6bd0" providerId="LiveId" clId="{79E365E8-22BC-4EC2-9606-9A9AC6CD1D22}" dt="2026-02-02T17:16:08.171" v="2059" actId="1076"/>
          <ac:spMkLst>
            <pc:docMk/>
            <pc:sldMk cId="350096336" sldId="273"/>
            <ac:spMk id="8" creationId="{2E270FDB-1C95-4A69-4FF2-0CEB6BD071FB}"/>
          </ac:spMkLst>
        </pc:spChg>
        <pc:spChg chg="add mod">
          <ac:chgData name="Jean-Yves Vuillequez" userId="e7fac481abea6bd0" providerId="LiveId" clId="{79E365E8-22BC-4EC2-9606-9A9AC6CD1D22}" dt="2026-02-02T17:16:08.171" v="2059" actId="1076"/>
          <ac:spMkLst>
            <pc:docMk/>
            <pc:sldMk cId="350096336" sldId="273"/>
            <ac:spMk id="10" creationId="{EA7416D4-65A3-F619-40B7-89C294F65077}"/>
          </ac:spMkLst>
        </pc:spChg>
        <pc:spChg chg="mod">
          <ac:chgData name="Jean-Yves Vuillequez" userId="e7fac481abea6bd0" providerId="LiveId" clId="{79E365E8-22BC-4EC2-9606-9A9AC6CD1D22}" dt="2026-02-01T10:59:37.934" v="1880" actId="404"/>
          <ac:spMkLst>
            <pc:docMk/>
            <pc:sldMk cId="350096336" sldId="273"/>
            <ac:spMk id="68" creationId="{DF28081E-4100-19B0-5D66-6E64344E5A7F}"/>
          </ac:spMkLst>
        </pc:spChg>
      </pc:sldChg>
      <pc:sldChg chg="addSp delSp modSp add mod">
        <pc:chgData name="Jean-Yves Vuillequez" userId="e7fac481abea6bd0" providerId="LiveId" clId="{79E365E8-22BC-4EC2-9606-9A9AC6CD1D22}" dt="2026-02-11T16:52:09.591" v="2100" actId="20577"/>
        <pc:sldMkLst>
          <pc:docMk/>
          <pc:sldMk cId="2166643445" sldId="274"/>
        </pc:sldMkLst>
        <pc:spChg chg="add mod">
          <ac:chgData name="Jean-Yves Vuillequez" userId="e7fac481abea6bd0" providerId="LiveId" clId="{79E365E8-22BC-4EC2-9606-9A9AC6CD1D22}" dt="2026-02-01T11:01:27.990" v="1895" actId="1076"/>
          <ac:spMkLst>
            <pc:docMk/>
            <pc:sldMk cId="2166643445" sldId="274"/>
            <ac:spMk id="11" creationId="{CCAFC56B-0391-D0D0-91A1-80E39855DACA}"/>
          </ac:spMkLst>
        </pc:spChg>
        <pc:spChg chg="add mod">
          <ac:chgData name="Jean-Yves Vuillequez" userId="e7fac481abea6bd0" providerId="LiveId" clId="{79E365E8-22BC-4EC2-9606-9A9AC6CD1D22}" dt="2026-02-11T16:44:46.483" v="2061" actId="20577"/>
          <ac:spMkLst>
            <pc:docMk/>
            <pc:sldMk cId="2166643445" sldId="274"/>
            <ac:spMk id="13" creationId="{E19003E3-280F-7E0C-2560-B968F183C4B3}"/>
          </ac:spMkLst>
        </pc:spChg>
        <pc:spChg chg="mod">
          <ac:chgData name="Jean-Yves Vuillequez" userId="e7fac481abea6bd0" providerId="LiveId" clId="{79E365E8-22BC-4EC2-9606-9A9AC6CD1D22}" dt="2026-02-11T16:52:09.591" v="2100" actId="20577"/>
          <ac:spMkLst>
            <pc:docMk/>
            <pc:sldMk cId="2166643445" sldId="274"/>
            <ac:spMk id="68" creationId="{3E1FE9AF-F8BF-6D41-7238-1CD8C87E5960}"/>
          </ac:spMkLst>
        </pc:spChg>
        <pc:graphicFrameChg chg="add mod modGraphic">
          <ac:chgData name="Jean-Yves Vuillequez" userId="e7fac481abea6bd0" providerId="LiveId" clId="{79E365E8-22BC-4EC2-9606-9A9AC6CD1D22}" dt="2026-02-01T11:01:27.990" v="1895" actId="1076"/>
          <ac:graphicFrameMkLst>
            <pc:docMk/>
            <pc:sldMk cId="2166643445" sldId="274"/>
            <ac:graphicFrameMk id="3" creationId="{8413E2CF-464F-F5E1-341F-3D8E5281BBA6}"/>
          </ac:graphicFrameMkLst>
        </pc:graphicFrameChg>
        <pc:graphicFrameChg chg="add mod modGraphic">
          <ac:chgData name="Jean-Yves Vuillequez" userId="e7fac481abea6bd0" providerId="LiveId" clId="{79E365E8-22BC-4EC2-9606-9A9AC6CD1D22}" dt="2026-02-01T11:01:35.151" v="1896" actId="1076"/>
          <ac:graphicFrameMkLst>
            <pc:docMk/>
            <pc:sldMk cId="2166643445" sldId="274"/>
            <ac:graphicFrameMk id="12" creationId="{96E9CAC1-4227-BB56-BF25-F3E8680718D1}"/>
          </ac:graphicFrameMkLst>
        </pc:graphicFrameChg>
      </pc:sldChg>
      <pc:sldChg chg="addSp delSp modSp add mod">
        <pc:chgData name="Jean-Yves Vuillequez" userId="e7fac481abea6bd0" providerId="LiveId" clId="{79E365E8-22BC-4EC2-9606-9A9AC6CD1D22}" dt="2026-02-11T16:46:59.305" v="2065" actId="20577"/>
        <pc:sldMkLst>
          <pc:docMk/>
          <pc:sldMk cId="2509208219" sldId="275"/>
        </pc:sldMkLst>
        <pc:spChg chg="add mod">
          <ac:chgData name="Jean-Yves Vuillequez" userId="e7fac481abea6bd0" providerId="LiveId" clId="{79E365E8-22BC-4EC2-9606-9A9AC6CD1D22}" dt="2026-02-01T11:01:50.847" v="1902" actId="1076"/>
          <ac:spMkLst>
            <pc:docMk/>
            <pc:sldMk cId="2509208219" sldId="275"/>
            <ac:spMk id="2" creationId="{17009B12-4EC9-5F59-DC67-225ECF7BC8E2}"/>
          </ac:spMkLst>
        </pc:spChg>
        <pc:spChg chg="add mod">
          <ac:chgData name="Jean-Yves Vuillequez" userId="e7fac481abea6bd0" providerId="LiveId" clId="{79E365E8-22BC-4EC2-9606-9A9AC6CD1D22}" dt="2026-02-01T11:01:50.847" v="1902" actId="1076"/>
          <ac:spMkLst>
            <pc:docMk/>
            <pc:sldMk cId="2509208219" sldId="275"/>
            <ac:spMk id="4" creationId="{57062E18-7351-D315-29D8-674A50203B50}"/>
          </ac:spMkLst>
        </pc:spChg>
        <pc:spChg chg="add mod">
          <ac:chgData name="Jean-Yves Vuillequez" userId="e7fac481abea6bd0" providerId="LiveId" clId="{79E365E8-22BC-4EC2-9606-9A9AC6CD1D22}" dt="2026-02-11T16:46:59.305" v="2065" actId="20577"/>
          <ac:spMkLst>
            <pc:docMk/>
            <pc:sldMk cId="2509208219" sldId="275"/>
            <ac:spMk id="5" creationId="{E2439F06-EB13-161E-6539-257A6225238F}"/>
          </ac:spMkLst>
        </pc:spChg>
        <pc:spChg chg="mod">
          <ac:chgData name="Jean-Yves Vuillequez" userId="e7fac481abea6bd0" providerId="LiveId" clId="{79E365E8-22BC-4EC2-9606-9A9AC6CD1D22}" dt="2026-02-01T11:01:45.619" v="1901" actId="404"/>
          <ac:spMkLst>
            <pc:docMk/>
            <pc:sldMk cId="2509208219" sldId="275"/>
            <ac:spMk id="68" creationId="{56021F2B-93DF-FD38-C57E-1902CCDF64EA}"/>
          </ac:spMkLst>
        </pc:spChg>
      </pc:sldChg>
      <pc:sldChg chg="addSp delSp modSp add mod">
        <pc:chgData name="Jean-Yves Vuillequez" userId="e7fac481abea6bd0" providerId="LiveId" clId="{79E365E8-22BC-4EC2-9606-9A9AC6CD1D22}" dt="2026-02-11T17:02:55.722" v="2275" actId="20577"/>
        <pc:sldMkLst>
          <pc:docMk/>
          <pc:sldMk cId="1380809690" sldId="276"/>
        </pc:sldMkLst>
        <pc:spChg chg="add mod">
          <ac:chgData name="Jean-Yves Vuillequez" userId="e7fac481abea6bd0" providerId="LiveId" clId="{79E365E8-22BC-4EC2-9606-9A9AC6CD1D22}" dt="2026-02-11T17:02:55.722" v="2275" actId="20577"/>
          <ac:spMkLst>
            <pc:docMk/>
            <pc:sldMk cId="1380809690" sldId="276"/>
            <ac:spMk id="2" creationId="{6792D475-B02B-D53A-AFE7-6C948B7F5F2C}"/>
          </ac:spMkLst>
        </pc:spChg>
        <pc:spChg chg="mod">
          <ac:chgData name="Jean-Yves Vuillequez" userId="e7fac481abea6bd0" providerId="LiveId" clId="{79E365E8-22BC-4EC2-9606-9A9AC6CD1D22}" dt="2026-02-11T17:02:08.567" v="2248" actId="14100"/>
          <ac:spMkLst>
            <pc:docMk/>
            <pc:sldMk cId="1380809690" sldId="276"/>
            <ac:spMk id="3" creationId="{E6F1FA42-43FE-BD81-AC50-0F12AA82BB1C}"/>
          </ac:spMkLst>
        </pc:spChg>
        <pc:spChg chg="mod">
          <ac:chgData name="Jean-Yves Vuillequez" userId="e7fac481abea6bd0" providerId="LiveId" clId="{79E365E8-22BC-4EC2-9606-9A9AC6CD1D22}" dt="2026-02-11T17:02:36.280" v="2274" actId="113"/>
          <ac:spMkLst>
            <pc:docMk/>
            <pc:sldMk cId="1380809690" sldId="276"/>
            <ac:spMk id="4" creationId="{248A5A5E-33E6-0988-6455-9157D2792EF5}"/>
          </ac:spMkLst>
        </pc:spChg>
        <pc:spChg chg="add">
          <ac:chgData name="Jean-Yves Vuillequez" userId="e7fac481abea6bd0" providerId="LiveId" clId="{79E365E8-22BC-4EC2-9606-9A9AC6CD1D22}" dt="2026-02-11T17:02:32.738" v="2273"/>
          <ac:spMkLst>
            <pc:docMk/>
            <pc:sldMk cId="1380809690" sldId="276"/>
            <ac:spMk id="14" creationId="{CC623A62-D372-EEEB-5645-CC7C9172AAE6}"/>
          </ac:spMkLst>
        </pc:spChg>
        <pc:spChg chg="del mod">
          <ac:chgData name="Jean-Yves Vuillequez" userId="e7fac481abea6bd0" providerId="LiveId" clId="{79E365E8-22BC-4EC2-9606-9A9AC6CD1D22}" dt="2026-02-11T16:53:27.151" v="2112" actId="478"/>
          <ac:spMkLst>
            <pc:docMk/>
            <pc:sldMk cId="1380809690" sldId="276"/>
            <ac:spMk id="68" creationId="{78D8F2AF-CD14-708F-5FBC-4F21573B887B}"/>
          </ac:spMkLst>
        </pc:spChg>
        <pc:picChg chg="add del mod">
          <ac:chgData name="Jean-Yves Vuillequez" userId="e7fac481abea6bd0" providerId="LiveId" clId="{79E365E8-22BC-4EC2-9606-9A9AC6CD1D22}" dt="2026-02-11T16:55:32.165" v="2133" actId="478"/>
          <ac:picMkLst>
            <pc:docMk/>
            <pc:sldMk cId="1380809690" sldId="276"/>
            <ac:picMk id="6" creationId="{3730652A-BA42-6F5D-8908-36B3CA62D6CB}"/>
          </ac:picMkLst>
        </pc:picChg>
        <pc:picChg chg="add mod">
          <ac:chgData name="Jean-Yves Vuillequez" userId="e7fac481abea6bd0" providerId="LiveId" clId="{79E365E8-22BC-4EC2-9606-9A9AC6CD1D22}" dt="2026-02-11T16:55:45.862" v="2142" actId="14100"/>
          <ac:picMkLst>
            <pc:docMk/>
            <pc:sldMk cId="1380809690" sldId="276"/>
            <ac:picMk id="8" creationId="{074E0489-EF31-4548-8769-73A04D9A6CB4}"/>
          </ac:picMkLst>
        </pc:picChg>
        <pc:picChg chg="del">
          <ac:chgData name="Jean-Yves Vuillequez" userId="e7fac481abea6bd0" providerId="LiveId" clId="{79E365E8-22BC-4EC2-9606-9A9AC6CD1D22}" dt="2026-02-11T16:53:08.319" v="2102" actId="478"/>
          <ac:picMkLst>
            <pc:docMk/>
            <pc:sldMk cId="1380809690" sldId="276"/>
            <ac:picMk id="9" creationId="{0B5130EF-A834-DC25-E765-D69A400509CE}"/>
          </ac:picMkLst>
        </pc:picChg>
        <pc:picChg chg="del">
          <ac:chgData name="Jean-Yves Vuillequez" userId="e7fac481abea6bd0" providerId="LiveId" clId="{79E365E8-22BC-4EC2-9606-9A9AC6CD1D22}" dt="2026-02-11T16:53:08.319" v="2102" actId="478"/>
          <ac:picMkLst>
            <pc:docMk/>
            <pc:sldMk cId="1380809690" sldId="276"/>
            <ac:picMk id="11" creationId="{30D28A7C-EB7F-8D02-97E6-0A0C15BA826B}"/>
          </ac:picMkLst>
        </pc:picChg>
        <pc:picChg chg="add mod">
          <ac:chgData name="Jean-Yves Vuillequez" userId="e7fac481abea6bd0" providerId="LiveId" clId="{79E365E8-22BC-4EC2-9606-9A9AC6CD1D22}" dt="2026-02-11T16:56:53.066" v="2151" actId="108"/>
          <ac:picMkLst>
            <pc:docMk/>
            <pc:sldMk cId="1380809690" sldId="276"/>
            <ac:picMk id="12" creationId="{85FB858F-2B35-E16B-D8E2-72317F1117F6}"/>
          </ac:picMkLst>
        </pc:picChg>
        <pc:picChg chg="del">
          <ac:chgData name="Jean-Yves Vuillequez" userId="e7fac481abea6bd0" providerId="LiveId" clId="{79E365E8-22BC-4EC2-9606-9A9AC6CD1D22}" dt="2026-02-11T16:53:08.319" v="2102" actId="478"/>
          <ac:picMkLst>
            <pc:docMk/>
            <pc:sldMk cId="1380809690" sldId="276"/>
            <ac:picMk id="13" creationId="{7F779127-50E4-9389-776B-43FBCEE7B81F}"/>
          </ac:picMkLst>
        </pc:picChg>
      </pc:sldChg>
      <pc:sldMasterChg chg="add del addSldLayout delSldLayout">
        <pc:chgData name="Jean-Yves Vuillequez" userId="e7fac481abea6bd0" providerId="LiveId" clId="{79E365E8-22BC-4EC2-9606-9A9AC6CD1D22}" dt="2026-01-16T10:47:03.962" v="33" actId="47"/>
        <pc:sldMasterMkLst>
          <pc:docMk/>
          <pc:sldMasterMk cId="604091050" sldId="2147483660"/>
        </pc:sldMasterMkLst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69328441" sldId="2147483661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28572972" sldId="2147483662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738534442" sldId="2147483663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962870219" sldId="2147483664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254902670" sldId="2147483665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825252853" sldId="2147483666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934262042" sldId="2147483667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499876969" sldId="2147483668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012943028" sldId="2147483669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4176234486" sldId="2147483670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598435996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4A9204-4F8C-AB50-C784-FD1FE169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0C653C8-88B1-FDF4-2018-290B63141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B475399C-F1DA-EF1B-A691-7CF35285A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953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B75344D-F7CD-016D-F79A-BDEFE073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41B43CB-AB4E-C4E0-3727-BA803BD86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69B1555-0994-32EC-2CFA-5577BD0F9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8950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4E62ADC-7B1D-A816-1897-18A7BE72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2887301-7912-9B97-83FB-BD8C38408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02D1BF4C-7B81-9EAB-E521-F10778035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410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7695D95-B66E-3C7A-A460-C5F11E97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3F48BFA-5A7E-81F0-ADA3-854729A5A5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69CDBEF-DF3E-7531-4CD5-1CAFD1CE1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4883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9CD334E-186A-AA4B-3EED-5B83BA34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AF48771D-F15B-CAAD-EBF0-EBA48FE15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0A238DB-CE64-C365-5E76-7F934EEFE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6683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182215"/>
            <a:ext cx="7411679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Walmart sales 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3010605"/>
            <a:ext cx="4364856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Supervised</a:t>
            </a: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Machine Learning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7DEF025-3287-AC4F-B3FC-747B4D27CCFE}"/>
              </a:ext>
            </a:extLst>
          </p:cNvPr>
          <p:cNvSpPr txBox="1">
            <a:spLocks/>
          </p:cNvSpPr>
          <p:nvPr/>
        </p:nvSpPr>
        <p:spPr>
          <a:xfrm>
            <a:off x="735464" y="3693307"/>
            <a:ext cx="2716396" cy="2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b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Rédacteur : </a:t>
            </a:r>
            <a:r>
              <a:rPr lang="fr-FR" sz="12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Jean-Yves Vuillequez</a:t>
            </a: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124BAD35-7509-EAFD-F0C5-0C17E26060D0}"/>
              </a:ext>
            </a:extLst>
          </p:cNvPr>
          <p:cNvSpPr txBox="1">
            <a:spLocks/>
          </p:cNvSpPr>
          <p:nvPr/>
        </p:nvSpPr>
        <p:spPr>
          <a:xfrm>
            <a:off x="742247" y="1683667"/>
            <a:ext cx="7411679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dirty="0"/>
              <a:t>RNCP35288 CDSD</a:t>
            </a:r>
            <a:r>
              <a:rPr lang="fr-FR" sz="1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3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Contexte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86EAA274-6C17-67CB-A10D-51EEF8179EBB}"/>
              </a:ext>
            </a:extLst>
          </p:cNvPr>
          <p:cNvSpPr/>
          <p:nvPr/>
        </p:nvSpPr>
        <p:spPr>
          <a:xfrm>
            <a:off x="617497" y="113220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9E79F0C-F757-C223-90A8-073753256F1C}"/>
              </a:ext>
            </a:extLst>
          </p:cNvPr>
          <p:cNvSpPr/>
          <p:nvPr/>
        </p:nvSpPr>
        <p:spPr>
          <a:xfrm>
            <a:off x="1260039" y="1129309"/>
            <a:ext cx="7200567" cy="8614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243FF7A6-205C-44FD-4C04-67C8CD0DF557}"/>
              </a:ext>
            </a:extLst>
          </p:cNvPr>
          <p:cNvSpPr txBox="1">
            <a:spLocks/>
          </p:cNvSpPr>
          <p:nvPr/>
        </p:nvSpPr>
        <p:spPr>
          <a:xfrm>
            <a:off x="1260039" y="1182070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Objectif : </a:t>
            </a:r>
            <a:r>
              <a:rPr lang="fr-FR" sz="1400" dirty="0"/>
              <a:t>prédire </a:t>
            </a:r>
            <a:r>
              <a:rPr lang="fr-FR" sz="1400" dirty="0" err="1"/>
              <a:t>Weekly_Sales</a:t>
            </a:r>
            <a:r>
              <a:rPr lang="fr-FR" sz="1400" dirty="0"/>
              <a:t> (par magasin / semaine) pour mieux planifier les stocks et opérations.</a:t>
            </a:r>
          </a:p>
        </p:txBody>
      </p:sp>
      <p:sp>
        <p:nvSpPr>
          <p:cNvPr id="72" name="Flèche : droite 71">
            <a:extLst>
              <a:ext uri="{FF2B5EF4-FFF2-40B4-BE49-F238E27FC236}">
                <a16:creationId xmlns:a16="http://schemas.microsoft.com/office/drawing/2014/main" id="{CC5A5943-95B8-9001-0CE5-5A0E7A057135}"/>
              </a:ext>
            </a:extLst>
          </p:cNvPr>
          <p:cNvSpPr/>
          <p:nvPr/>
        </p:nvSpPr>
        <p:spPr>
          <a:xfrm>
            <a:off x="617497" y="2150586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73" name="Google Shape;69;p3">
            <a:extLst>
              <a:ext uri="{FF2B5EF4-FFF2-40B4-BE49-F238E27FC236}">
                <a16:creationId xmlns:a16="http://schemas.microsoft.com/office/drawing/2014/main" id="{07A23F0B-B4FA-D663-D358-18B8117E674E}"/>
              </a:ext>
            </a:extLst>
          </p:cNvPr>
          <p:cNvSpPr/>
          <p:nvPr/>
        </p:nvSpPr>
        <p:spPr>
          <a:xfrm>
            <a:off x="1260039" y="2150586"/>
            <a:ext cx="7200567" cy="8614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3;p3">
            <a:extLst>
              <a:ext uri="{FF2B5EF4-FFF2-40B4-BE49-F238E27FC236}">
                <a16:creationId xmlns:a16="http://schemas.microsoft.com/office/drawing/2014/main" id="{9DB93DE2-52AF-624C-2521-0CBC83F1DAEA}"/>
              </a:ext>
            </a:extLst>
          </p:cNvPr>
          <p:cNvSpPr txBox="1">
            <a:spLocks/>
          </p:cNvSpPr>
          <p:nvPr/>
        </p:nvSpPr>
        <p:spPr>
          <a:xfrm>
            <a:off x="1260039" y="2202470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Données à disposition : </a:t>
            </a:r>
            <a:r>
              <a:rPr lang="fr-FR" sz="1400" dirty="0"/>
              <a:t>ventes + variables « externes » (température, fuel </a:t>
            </a:r>
            <a:r>
              <a:rPr lang="fr-FR" sz="1400" dirty="0" err="1"/>
              <a:t>price</a:t>
            </a:r>
            <a:r>
              <a:rPr lang="fr-FR" sz="1400" dirty="0"/>
              <a:t>, CPI, chômage) + </a:t>
            </a:r>
            <a:r>
              <a:rPr lang="fr-FR" sz="1400" dirty="0" err="1"/>
              <a:t>Holiday_Flag</a:t>
            </a:r>
            <a:r>
              <a:rPr lang="fr-FR" sz="1400" dirty="0"/>
              <a:t> + date</a:t>
            </a:r>
          </a:p>
        </p:txBody>
      </p:sp>
      <p:sp>
        <p:nvSpPr>
          <p:cNvPr id="81" name="Flèche : droite 80">
            <a:extLst>
              <a:ext uri="{FF2B5EF4-FFF2-40B4-BE49-F238E27FC236}">
                <a16:creationId xmlns:a16="http://schemas.microsoft.com/office/drawing/2014/main" id="{2DBE87AA-DC75-2572-80DE-102D18A13697}"/>
              </a:ext>
            </a:extLst>
          </p:cNvPr>
          <p:cNvSpPr/>
          <p:nvPr/>
        </p:nvSpPr>
        <p:spPr>
          <a:xfrm>
            <a:off x="617497" y="3178911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82" name="Google Shape;69;p3">
            <a:extLst>
              <a:ext uri="{FF2B5EF4-FFF2-40B4-BE49-F238E27FC236}">
                <a16:creationId xmlns:a16="http://schemas.microsoft.com/office/drawing/2014/main" id="{FC59DAA1-9B14-7026-9D1F-C0DD37590B10}"/>
              </a:ext>
            </a:extLst>
          </p:cNvPr>
          <p:cNvSpPr/>
          <p:nvPr/>
        </p:nvSpPr>
        <p:spPr>
          <a:xfrm>
            <a:off x="1260038" y="3200408"/>
            <a:ext cx="7200567" cy="14310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73;p3">
            <a:extLst>
              <a:ext uri="{FF2B5EF4-FFF2-40B4-BE49-F238E27FC236}">
                <a16:creationId xmlns:a16="http://schemas.microsoft.com/office/drawing/2014/main" id="{F6AE8A9E-2414-9AB6-018C-C685CB23EAA8}"/>
              </a:ext>
            </a:extLst>
          </p:cNvPr>
          <p:cNvSpPr txBox="1">
            <a:spLocks/>
          </p:cNvSpPr>
          <p:nvPr/>
        </p:nvSpPr>
        <p:spPr>
          <a:xfrm>
            <a:off x="1260039" y="3247454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Approche :</a:t>
            </a:r>
            <a:endParaRPr lang="fr-FR" sz="1400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E2A99614-8874-B199-82B5-05C2082C22CF}"/>
              </a:ext>
            </a:extLst>
          </p:cNvPr>
          <p:cNvGrpSpPr/>
          <p:nvPr/>
        </p:nvGrpSpPr>
        <p:grpSpPr>
          <a:xfrm>
            <a:off x="1494907" y="3790514"/>
            <a:ext cx="6730827" cy="465898"/>
            <a:chOff x="5381622" y="5568400"/>
            <a:chExt cx="6730827" cy="465898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FC491CDF-3F34-BB39-0A82-0DAC007BD132}"/>
                </a:ext>
              </a:extLst>
            </p:cNvPr>
            <p:cNvSpPr txBox="1"/>
            <p:nvPr/>
          </p:nvSpPr>
          <p:spPr>
            <a:xfrm>
              <a:off x="5381622" y="5568400"/>
              <a:ext cx="12827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EDA </a:t>
              </a:r>
            </a:p>
            <a:p>
              <a:r>
                <a:rPr lang="fr-FR" sz="1200" dirty="0" err="1"/>
                <a:t>Preprocessing</a:t>
              </a:r>
              <a:endParaRPr lang="fr-FR" sz="1200" dirty="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CF1FAB6-8357-78A4-A151-F4B6A024E6A7}"/>
                </a:ext>
              </a:extLst>
            </p:cNvPr>
            <p:cNvSpPr txBox="1"/>
            <p:nvPr/>
          </p:nvSpPr>
          <p:spPr>
            <a:xfrm>
              <a:off x="7122583" y="5572633"/>
              <a:ext cx="158115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pPr lvl="1">
                <a:spcBef>
                  <a:spcPts val="600"/>
                </a:spcBef>
                <a:buSzPct val="100000"/>
              </a:pPr>
              <a:r>
                <a:rPr lang="fr-FR" sz="1200" dirty="0"/>
                <a:t>Baseline (</a:t>
              </a:r>
              <a:r>
                <a:rPr lang="fr-FR" sz="1200" dirty="0" err="1"/>
                <a:t>regression</a:t>
              </a:r>
              <a:r>
                <a:rPr lang="fr-FR" sz="1200" dirty="0"/>
                <a:t> linéaire)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08A772C8-4897-AF7E-F054-AC3177F094BA}"/>
                </a:ext>
              </a:extLst>
            </p:cNvPr>
            <p:cNvSpPr txBox="1"/>
            <p:nvPr/>
          </p:nvSpPr>
          <p:spPr>
            <a:xfrm>
              <a:off x="9097699" y="5568400"/>
              <a:ext cx="1310392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fr-FR" sz="1200" dirty="0"/>
                <a:t>Régularisation (Ridge/Lasso) 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A098B4A-1246-37C3-6B4B-35E8AB31E9C9}"/>
                </a:ext>
              </a:extLst>
            </p:cNvPr>
            <p:cNvSpPr txBox="1"/>
            <p:nvPr/>
          </p:nvSpPr>
          <p:spPr>
            <a:xfrm>
              <a:off x="10802057" y="5568400"/>
              <a:ext cx="1310392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E3449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Optimisation </a:t>
              </a:r>
            </a:p>
            <a:p>
              <a:r>
                <a:rPr lang="fr-FR" sz="1200" dirty="0"/>
                <a:t>(Date / </a:t>
              </a:r>
              <a:r>
                <a:rPr lang="fr-FR" sz="1200" dirty="0" err="1"/>
                <a:t>holiday</a:t>
              </a:r>
              <a:r>
                <a:rPr lang="fr-FR" sz="1200" dirty="0"/>
                <a:t>) </a:t>
              </a:r>
            </a:p>
          </p:txBody>
        </p: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E7C378F0-540F-EE8C-5E65-A2634082EA39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6664322" y="5799233"/>
              <a:ext cx="458261" cy="423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D2131AD7-8C86-1B7B-D274-91FF7C6CFAD4}"/>
                </a:ext>
              </a:extLst>
            </p:cNvPr>
            <p:cNvCxnSpPr>
              <a:cxnSpLocks/>
              <a:stCxn id="11" idx="3"/>
              <a:endCxn id="16" idx="1"/>
            </p:cNvCxnSpPr>
            <p:nvPr/>
          </p:nvCxnSpPr>
          <p:spPr>
            <a:xfrm flipV="1">
              <a:off x="8703733" y="5799233"/>
              <a:ext cx="393966" cy="423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2ED16C50-1AF6-F13B-C817-6FE324309705}"/>
                </a:ext>
              </a:extLst>
            </p:cNvPr>
            <p:cNvCxnSpPr>
              <a:cxnSpLocks/>
              <a:stCxn id="16" idx="3"/>
              <a:endCxn id="18" idx="1"/>
            </p:cNvCxnSpPr>
            <p:nvPr/>
          </p:nvCxnSpPr>
          <p:spPr>
            <a:xfrm>
              <a:off x="10408091" y="5799233"/>
              <a:ext cx="39396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A80FB89-E2EB-CB3E-DCAA-321E5F28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0826EF4-BD5C-8FF3-F987-33CC9D7D759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EDA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01906032-60DB-3828-8236-73CC3746FA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AC44A95-D8B8-D0FE-2E8D-6BBF4F096E71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918276D2-E6DF-25B7-DBF8-F68825179B1F}"/>
              </a:ext>
            </a:extLst>
          </p:cNvPr>
          <p:cNvSpPr/>
          <p:nvPr/>
        </p:nvSpPr>
        <p:spPr>
          <a:xfrm>
            <a:off x="311700" y="4172552"/>
            <a:ext cx="8686385" cy="651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E68FD57D-A21D-4A1D-E5BC-A166AFD04983}"/>
              </a:ext>
            </a:extLst>
          </p:cNvPr>
          <p:cNvSpPr txBox="1">
            <a:spLocks/>
          </p:cNvSpPr>
          <p:nvPr/>
        </p:nvSpPr>
        <p:spPr>
          <a:xfrm>
            <a:off x="539752" y="4105972"/>
            <a:ext cx="8458333" cy="81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Ventes dans le temps : </a:t>
            </a:r>
            <a:r>
              <a:rPr lang="fr-FR" sz="1000" dirty="0"/>
              <a:t>présence de pics (événements / </a:t>
            </a:r>
            <a:r>
              <a:rPr lang="fr-FR" sz="1000" dirty="0" err="1"/>
              <a:t>holidays</a:t>
            </a:r>
            <a:r>
              <a:rPr lang="fr-FR" sz="1000" dirty="0"/>
              <a:t>) et une forte dynamique temporelle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Saisonnalité par mois : </a:t>
            </a:r>
            <a:r>
              <a:rPr lang="fr-FR" sz="1000" dirty="0"/>
              <a:t>certaines périodes (ex : fin d’année) ont des ventes structurellement plus hautes.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Ventes moyennes par Store (Top 10) : </a:t>
            </a:r>
            <a:r>
              <a:rPr lang="fr-FR" sz="1000" dirty="0"/>
              <a:t>hétérogénéité très forte entre magasins et un effet « Store » ultra dominant dans le modèle.</a:t>
            </a:r>
          </a:p>
        </p:txBody>
      </p:sp>
      <p:pic>
        <p:nvPicPr>
          <p:cNvPr id="9" name="Image 8" descr="Une image contenant texte, lign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4FE4112-761B-E46C-E2ED-D901343CD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6" y="1035342"/>
            <a:ext cx="4363432" cy="1459940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1" name="Image 10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2D2E5588-BF32-35DF-6EF3-8B4C3B09A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792" y="1035342"/>
            <a:ext cx="4541952" cy="1459940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3" name="Image 12" descr="Une image contenant texte, capture d’écran, Police, Bleu électrique&#10;&#10;Le contenu généré par l’IA peut être incorrect.">
            <a:extLst>
              <a:ext uri="{FF2B5EF4-FFF2-40B4-BE49-F238E27FC236}">
                <a16:creationId xmlns:a16="http://schemas.microsoft.com/office/drawing/2014/main" id="{32704BFA-C581-04A6-D276-756B9859C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268" y="2670683"/>
            <a:ext cx="4260496" cy="1404009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194980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0B79F5F-BA8A-4999-1D81-3AF0FF39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F28081E-4100-19B0-5D66-6E64344E5A7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Métriques et protocole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Critères d’évaluation du modèle de régression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7E929D7-ABFF-8129-7E4C-60F7AB0EDA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17F92D8-FDF7-E3AD-CCEB-3C12D879D5D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DA0D21DE-5FC5-41D5-1100-2998D53E4409}"/>
              </a:ext>
            </a:extLst>
          </p:cNvPr>
          <p:cNvSpPr/>
          <p:nvPr/>
        </p:nvSpPr>
        <p:spPr>
          <a:xfrm>
            <a:off x="617497" y="1325110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94984F66-4CDD-54A8-8239-A2D75C6C5A9C}"/>
              </a:ext>
            </a:extLst>
          </p:cNvPr>
          <p:cNvSpPr/>
          <p:nvPr/>
        </p:nvSpPr>
        <p:spPr>
          <a:xfrm>
            <a:off x="1260039" y="1325110"/>
            <a:ext cx="7200567" cy="13609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93C872CE-121A-B45D-34AA-6287E96C439E}"/>
              </a:ext>
            </a:extLst>
          </p:cNvPr>
          <p:cNvSpPr txBox="1">
            <a:spLocks/>
          </p:cNvSpPr>
          <p:nvPr/>
        </p:nvSpPr>
        <p:spPr>
          <a:xfrm>
            <a:off x="1260039" y="1374971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200" b="1" dirty="0"/>
              <a:t>Métriques choisies :</a:t>
            </a:r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RMSE</a:t>
            </a:r>
            <a:r>
              <a:rPr lang="fr-FR" sz="1200" dirty="0"/>
              <a:t> - « Combien je me trompe, en unités métier ? » :  Mesure l’erreur moyenne </a:t>
            </a:r>
            <a:r>
              <a:rPr lang="fr-FR" sz="1200" b="1" dirty="0"/>
              <a:t>en unités de vente </a:t>
            </a:r>
            <a:r>
              <a:rPr lang="fr-FR" sz="1200" dirty="0"/>
              <a:t>(</a:t>
            </a:r>
            <a:r>
              <a:rPr lang="fr-FR" sz="1200" dirty="0" err="1"/>
              <a:t>target</a:t>
            </a:r>
            <a:r>
              <a:rPr lang="fr-FR" sz="1200" dirty="0"/>
              <a:t> : </a:t>
            </a:r>
            <a:r>
              <a:rPr lang="fr-FR" sz="1200" dirty="0" err="1"/>
              <a:t>Weekly_Sales</a:t>
            </a:r>
            <a:r>
              <a:rPr lang="fr-FR" sz="1200" dirty="0"/>
              <a:t>)</a:t>
            </a:r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R²</a:t>
            </a:r>
            <a:r>
              <a:rPr lang="fr-FR" sz="1200" dirty="0"/>
              <a:t> - « Quelle part de la variabilité le modèle explique ? » : Mesure la </a:t>
            </a:r>
            <a:r>
              <a:rPr lang="fr-FR" sz="1200" b="1" dirty="0"/>
              <a:t>qualité d’explication du modèle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FF6D287-5BE8-BB84-3F48-D2D08FBDAEFB}"/>
              </a:ext>
            </a:extLst>
          </p:cNvPr>
          <p:cNvSpPr/>
          <p:nvPr/>
        </p:nvSpPr>
        <p:spPr>
          <a:xfrm>
            <a:off x="617497" y="308879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8" name="Google Shape;69;p3">
            <a:extLst>
              <a:ext uri="{FF2B5EF4-FFF2-40B4-BE49-F238E27FC236}">
                <a16:creationId xmlns:a16="http://schemas.microsoft.com/office/drawing/2014/main" id="{2E270FDB-1C95-4A69-4FF2-0CEB6BD071FB}"/>
              </a:ext>
            </a:extLst>
          </p:cNvPr>
          <p:cNvSpPr/>
          <p:nvPr/>
        </p:nvSpPr>
        <p:spPr>
          <a:xfrm>
            <a:off x="1260039" y="3088799"/>
            <a:ext cx="7200567" cy="12012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73;p3">
            <a:extLst>
              <a:ext uri="{FF2B5EF4-FFF2-40B4-BE49-F238E27FC236}">
                <a16:creationId xmlns:a16="http://schemas.microsoft.com/office/drawing/2014/main" id="{EA7416D4-65A3-F619-40B7-89C294F65077}"/>
              </a:ext>
            </a:extLst>
          </p:cNvPr>
          <p:cNvSpPr txBox="1">
            <a:spLocks/>
          </p:cNvSpPr>
          <p:nvPr/>
        </p:nvSpPr>
        <p:spPr>
          <a:xfrm>
            <a:off x="1260039" y="3138660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200" b="1" dirty="0"/>
              <a:t>Pourquoi ces métriques  :</a:t>
            </a:r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RMSE : </a:t>
            </a:r>
            <a:r>
              <a:rPr lang="fr-FR" sz="1200" dirty="0"/>
              <a:t>pénalise les grosses erreurs </a:t>
            </a:r>
            <a:r>
              <a:rPr lang="fr-FR" sz="1200" dirty="0">
                <a:sym typeface="Wingdings" panose="05000000000000000000" pitchFamily="2" charset="2"/>
              </a:rPr>
              <a:t></a:t>
            </a:r>
            <a:r>
              <a:rPr lang="fr-FR" sz="1200" dirty="0"/>
              <a:t> important car les </a:t>
            </a:r>
            <a:r>
              <a:rPr lang="fr-FR" sz="1200" b="1" dirty="0"/>
              <a:t>pics de vente </a:t>
            </a:r>
            <a:r>
              <a:rPr lang="fr-FR" sz="1200" dirty="0"/>
              <a:t>coûtent cher si mal anticipés.</a:t>
            </a:r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R² : </a:t>
            </a:r>
            <a:r>
              <a:rPr lang="fr-FR" sz="1200" dirty="0"/>
              <a:t>permet de dire si le modèle capte le signal au-delà d’une simple moyenne.</a:t>
            </a:r>
          </a:p>
        </p:txBody>
      </p:sp>
    </p:spTree>
    <p:extLst>
      <p:ext uri="{BB962C8B-B14F-4D97-AF65-F5344CB8AC3E}">
        <p14:creationId xmlns:p14="http://schemas.microsoft.com/office/powerpoint/2010/main" val="35009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6A6BDB0-C2F6-6468-6F53-B9913872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E1FE9AF-F8BF-6D41-7238-1CD8C87E596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Agrégation des résultats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Baseline vs Ridge/Lasso : amélioration de la généralisation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E848E16-CEF6-6B6A-B09B-C7266415DF5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D08589E-C285-3938-9205-119139A24000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413E2CF-464F-F5E1-341F-3D8E5281B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803814"/>
              </p:ext>
            </p:extLst>
          </p:nvPr>
        </p:nvGraphicFramePr>
        <p:xfrm>
          <a:off x="463375" y="1594329"/>
          <a:ext cx="8039101" cy="1324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325">
                  <a:extLst>
                    <a:ext uri="{9D8B030D-6E8A-4147-A177-3AD203B41FA5}">
                      <a16:colId xmlns:a16="http://schemas.microsoft.com/office/drawing/2014/main" val="467522551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4215255045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7813403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7824653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195597716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87507956"/>
                    </a:ext>
                  </a:extLst>
                </a:gridCol>
                <a:gridCol w="2362026">
                  <a:extLst>
                    <a:ext uri="{9D8B030D-6E8A-4147-A177-3AD203B41FA5}">
                      <a16:colId xmlns:a16="http://schemas.microsoft.com/office/drawing/2014/main" val="2569764412"/>
                    </a:ext>
                  </a:extLst>
                </a:gridCol>
              </a:tblGrid>
              <a:tr h="347686">
                <a:tc>
                  <a:txBody>
                    <a:bodyPr/>
                    <a:lstStyle/>
                    <a:p>
                      <a:r>
                        <a:rPr lang="fr-FR" sz="1200" dirty="0"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Alpha </a:t>
                      </a:r>
                      <a:r>
                        <a:rPr lang="fr-FR" sz="1050" dirty="0"/>
                        <a:t>(si applicable)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RMSE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RMSE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R²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R²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Diagnostic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34860"/>
                  </a:ext>
                </a:extLst>
              </a:tr>
              <a:tr h="296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/>
                        <a:t>-</a:t>
                      </a:r>
                      <a:endParaRPr lang="fr-F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66,360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182,176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dirty="0" err="1"/>
                        <a:t>Overfitting</a:t>
                      </a:r>
                      <a:endParaRPr lang="fr-F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403079"/>
                  </a:ext>
                </a:extLst>
              </a:tr>
              <a:tr h="296855">
                <a:tc>
                  <a:txBody>
                    <a:bodyPr/>
                    <a:lstStyle/>
                    <a:p>
                      <a:r>
                        <a:rPr lang="fr-FR" sz="1200" b="1" dirty="0"/>
                        <a:t>Ridge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b="1" dirty="0"/>
                        <a:t>0.00546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b="1" dirty="0"/>
                        <a:t>70,891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b="1" dirty="0"/>
                        <a:t>150,862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b="1" dirty="0"/>
                        <a:t>0.989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b="1" dirty="0"/>
                        <a:t>0.931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Meilleure généralisation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539637"/>
                  </a:ext>
                </a:extLst>
              </a:tr>
              <a:tr h="296855">
                <a:tc>
                  <a:txBody>
                    <a:bodyPr/>
                    <a:lstStyle/>
                    <a:p>
                      <a:r>
                        <a:rPr lang="fr-FR" sz="1200" dirty="0"/>
                        <a:t>Lasso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48.329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69,878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152,926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0.989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0" dirty="0"/>
                        <a:t>Bonne généralisation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715631"/>
                  </a:ext>
                </a:extLst>
              </a:tr>
            </a:tbl>
          </a:graphicData>
        </a:graphic>
      </p:graphicFrame>
      <p:sp>
        <p:nvSpPr>
          <p:cNvPr id="11" name="Google Shape;73;p3">
            <a:extLst>
              <a:ext uri="{FF2B5EF4-FFF2-40B4-BE49-F238E27FC236}">
                <a16:creationId xmlns:a16="http://schemas.microsoft.com/office/drawing/2014/main" id="{CCAFC56B-0391-D0D0-91A1-80E39855DACA}"/>
              </a:ext>
            </a:extLst>
          </p:cNvPr>
          <p:cNvSpPr txBox="1">
            <a:spLocks/>
          </p:cNvSpPr>
          <p:nvPr/>
        </p:nvSpPr>
        <p:spPr>
          <a:xfrm>
            <a:off x="288489" y="1230504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Pipeline </a:t>
            </a:r>
            <a:r>
              <a:rPr lang="fr-FR" sz="1400" dirty="0"/>
              <a:t>: imputer + </a:t>
            </a:r>
            <a:r>
              <a:rPr lang="fr-FR" sz="1400" dirty="0" err="1"/>
              <a:t>scaler</a:t>
            </a:r>
            <a:r>
              <a:rPr lang="fr-FR" sz="1400" dirty="0"/>
              <a:t> + </a:t>
            </a:r>
            <a:r>
              <a:rPr lang="fr-FR" sz="1400" dirty="0" err="1"/>
              <a:t>one-hot</a:t>
            </a:r>
            <a:r>
              <a:rPr lang="fr-FR" sz="1400" dirty="0"/>
              <a:t> + modèle</a:t>
            </a:r>
            <a:endParaRPr lang="fr-FR" sz="1400" dirty="0">
              <a:solidFill>
                <a:srgbClr val="0E3449"/>
              </a:solidFill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96E9CAC1-4227-BB56-BF25-F3E868071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466122"/>
              </p:ext>
            </p:extLst>
          </p:nvPr>
        </p:nvGraphicFramePr>
        <p:xfrm>
          <a:off x="463375" y="3612330"/>
          <a:ext cx="8039101" cy="831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325">
                  <a:extLst>
                    <a:ext uri="{9D8B030D-6E8A-4147-A177-3AD203B41FA5}">
                      <a16:colId xmlns:a16="http://schemas.microsoft.com/office/drawing/2014/main" val="467522551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4215255045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37813403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478246532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1955977169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87507956"/>
                    </a:ext>
                  </a:extLst>
                </a:gridCol>
                <a:gridCol w="2362026">
                  <a:extLst>
                    <a:ext uri="{9D8B030D-6E8A-4147-A177-3AD203B41FA5}">
                      <a16:colId xmlns:a16="http://schemas.microsoft.com/office/drawing/2014/main" val="2569764412"/>
                    </a:ext>
                  </a:extLst>
                </a:gridCol>
              </a:tblGrid>
              <a:tr h="413285">
                <a:tc>
                  <a:txBody>
                    <a:bodyPr/>
                    <a:lstStyle/>
                    <a:p>
                      <a:r>
                        <a:rPr lang="fr-FR" sz="1200" dirty="0"/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Alpha </a:t>
                      </a:r>
                      <a:r>
                        <a:rPr lang="fr-FR" sz="1050" dirty="0"/>
                        <a:t>(si applicable)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RMSE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RMSE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R² 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R²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dirty="0"/>
                        <a:t>Diagnostic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34860"/>
                  </a:ext>
                </a:extLst>
              </a:tr>
              <a:tr h="397488">
                <a:tc>
                  <a:txBody>
                    <a:bodyPr/>
                    <a:lstStyle/>
                    <a:p>
                      <a:r>
                        <a:rPr lang="fr-FR" sz="1200" dirty="0"/>
                        <a:t>Ridge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0.06951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79,496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138,791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200" dirty="0"/>
                        <a:t>0.953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tx1"/>
                          </a:solidFill>
                        </a:rPr>
                        <a:t>Meilleure généralisation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8539637"/>
                  </a:ext>
                </a:extLst>
              </a:tr>
            </a:tbl>
          </a:graphicData>
        </a:graphic>
      </p:graphicFrame>
      <p:sp>
        <p:nvSpPr>
          <p:cNvPr id="13" name="Google Shape;73;p3">
            <a:extLst>
              <a:ext uri="{FF2B5EF4-FFF2-40B4-BE49-F238E27FC236}">
                <a16:creationId xmlns:a16="http://schemas.microsoft.com/office/drawing/2014/main" id="{E19003E3-280F-7E0C-2560-B968F183C4B3}"/>
              </a:ext>
            </a:extLst>
          </p:cNvPr>
          <p:cNvSpPr txBox="1">
            <a:spLocks/>
          </p:cNvSpPr>
          <p:nvPr/>
        </p:nvSpPr>
        <p:spPr>
          <a:xfrm>
            <a:off x="288489" y="3248505"/>
            <a:ext cx="7200567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>
                <a:solidFill>
                  <a:srgbClr val="0E3449"/>
                </a:solidFill>
              </a:rPr>
              <a:t>Avec optimisation : </a:t>
            </a:r>
            <a:r>
              <a:rPr lang="fr-FR" sz="1400" dirty="0"/>
              <a:t>Pipeline + optimisation date et </a:t>
            </a:r>
            <a:r>
              <a:rPr lang="fr-FR" sz="1400" dirty="0" err="1"/>
              <a:t>holyday</a:t>
            </a:r>
            <a:endParaRPr lang="fr-FR" sz="1400" dirty="0">
              <a:solidFill>
                <a:srgbClr val="0E34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643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9571DDF-BFDC-9304-1C62-B4C6BECD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DB0D7CF6-AB19-364A-523B-7D3AAA7A84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78E78EB-CCC4-1F4A-E975-3BD3006B9CE3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E6F1FA42-43FE-BD81-AC50-0F12AA82BB1C}"/>
              </a:ext>
            </a:extLst>
          </p:cNvPr>
          <p:cNvSpPr/>
          <p:nvPr/>
        </p:nvSpPr>
        <p:spPr>
          <a:xfrm>
            <a:off x="311700" y="3848986"/>
            <a:ext cx="8686385" cy="9753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248A5A5E-33E6-0988-6455-9157D2792EF5}"/>
              </a:ext>
            </a:extLst>
          </p:cNvPr>
          <p:cNvSpPr txBox="1">
            <a:spLocks/>
          </p:cNvSpPr>
          <p:nvPr/>
        </p:nvSpPr>
        <p:spPr>
          <a:xfrm>
            <a:off x="539752" y="3786263"/>
            <a:ext cx="8458333" cy="81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Qualité de prédiction (test) :</a:t>
            </a:r>
            <a:r>
              <a:rPr lang="fr-FR" sz="1000" dirty="0"/>
              <a:t> les points sont globalement proches de la diagonale. Ridge généralise correctement et capture le niveau de ventes sur des semaines “standard”.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Concentration des erreurs : </a:t>
            </a:r>
            <a:r>
              <a:rPr lang="fr-FR" sz="1000" dirty="0"/>
              <a:t>l’écart augmente sur les valeurs extrêmes ou des pics de ventes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</a:pPr>
            <a:r>
              <a:rPr lang="fr-FR" sz="1000" b="1" dirty="0"/>
              <a:t>Principaux coefficients : </a:t>
            </a:r>
            <a:r>
              <a:rPr lang="fr-FR" sz="1000" dirty="0"/>
              <a:t>les effets Store dominent et ensuite des variables temporelles (Week/Quarter/</a:t>
            </a:r>
            <a:r>
              <a:rPr lang="fr-FR" sz="1000" dirty="0" err="1"/>
              <a:t>Month</a:t>
            </a:r>
            <a:r>
              <a:rPr lang="fr-FR" sz="1000" dirty="0"/>
              <a:t>). Cohérent avec la saisonnalité et l’hétérogénéité magasins</a:t>
            </a:r>
          </a:p>
        </p:txBody>
      </p:sp>
      <p:sp>
        <p:nvSpPr>
          <p:cNvPr id="2" name="Google Shape;68;p15">
            <a:extLst>
              <a:ext uri="{FF2B5EF4-FFF2-40B4-BE49-F238E27FC236}">
                <a16:creationId xmlns:a16="http://schemas.microsoft.com/office/drawing/2014/main" id="{6792D475-B02B-D53A-AFE7-6C948B7F5F2C}"/>
              </a:ext>
            </a:extLst>
          </p:cNvPr>
          <p:cNvSpPr txBox="1">
            <a:spLocks/>
          </p:cNvSpPr>
          <p:nvPr/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 et </a:t>
            </a: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optimisations 1/2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Focus Ridge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8" name="Image 7" descr="Une image contenant ligne, Tracé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074E0489-EF31-4548-8769-73A04D9A6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481745"/>
            <a:ext cx="4153974" cy="20127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Image 11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5FB858F-2B35-E16B-D8E2-72317F111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760" y="1481746"/>
            <a:ext cx="4236325" cy="20127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8080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899E54F-3D72-A942-0CAC-3F8262FB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56021F2B-93DF-FD38-C57E-1902CCDF64E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60208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Résultats et optimisations 2/2</a:t>
            </a:r>
            <a:b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</a:b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Interprétation des résultats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6F65FBF0-8694-1FE7-E24E-776E69EF93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6707D70-ED10-A286-58C0-CBB9C6AD0692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17009B12-4EC9-5F59-DC67-225ECF7BC8E2}"/>
              </a:ext>
            </a:extLst>
          </p:cNvPr>
          <p:cNvSpPr/>
          <p:nvPr/>
        </p:nvSpPr>
        <p:spPr>
          <a:xfrm>
            <a:off x="617497" y="1486484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4" name="Google Shape;69;p3">
            <a:extLst>
              <a:ext uri="{FF2B5EF4-FFF2-40B4-BE49-F238E27FC236}">
                <a16:creationId xmlns:a16="http://schemas.microsoft.com/office/drawing/2014/main" id="{57062E18-7351-D315-29D8-674A50203B50}"/>
              </a:ext>
            </a:extLst>
          </p:cNvPr>
          <p:cNvSpPr/>
          <p:nvPr/>
        </p:nvSpPr>
        <p:spPr>
          <a:xfrm>
            <a:off x="1260039" y="1486484"/>
            <a:ext cx="7200567" cy="26382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73;p3">
            <a:extLst>
              <a:ext uri="{FF2B5EF4-FFF2-40B4-BE49-F238E27FC236}">
                <a16:creationId xmlns:a16="http://schemas.microsoft.com/office/drawing/2014/main" id="{E2439F06-EB13-161E-6539-257A6225238F}"/>
              </a:ext>
            </a:extLst>
          </p:cNvPr>
          <p:cNvSpPr txBox="1">
            <a:spLocks/>
          </p:cNvSpPr>
          <p:nvPr/>
        </p:nvSpPr>
        <p:spPr>
          <a:xfrm>
            <a:off x="1260039" y="1536345"/>
            <a:ext cx="7200567" cy="2638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Baseline : </a:t>
            </a:r>
            <a:r>
              <a:rPr lang="fr-FR" sz="1200" dirty="0"/>
              <a:t>L’écart entre train et test est très prononcé (RMSE 66k / 182k). Il y’a un surapprentissage et une généralisation faible.</a:t>
            </a:r>
          </a:p>
          <a:p>
            <a:pPr>
              <a:spcBef>
                <a:spcPts val="300"/>
              </a:spcBef>
              <a:buSzPct val="100000"/>
            </a:pPr>
            <a:endParaRPr lang="fr-FR" sz="1200" dirty="0"/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Ridge / Lasso : </a:t>
            </a:r>
            <a:r>
              <a:rPr lang="fr-FR" sz="1200" dirty="0"/>
              <a:t>Le RMSE test est en baisse (151 pour Ridge et 153k pour Lasso) et le R² test sur Ridge est positionné à 0.93. Le modèle est plus stable et gagne en robustesse sur des données non vues.</a:t>
            </a:r>
          </a:p>
          <a:p>
            <a:pPr>
              <a:spcBef>
                <a:spcPts val="300"/>
              </a:spcBef>
              <a:buSzPct val="100000"/>
            </a:pPr>
            <a:endParaRPr lang="fr-FR" sz="1200" dirty="0"/>
          </a:p>
          <a:p>
            <a:pPr>
              <a:spcBef>
                <a:spcPts val="300"/>
              </a:spcBef>
              <a:buSzPct val="100000"/>
            </a:pPr>
            <a:r>
              <a:rPr lang="fr-FR" sz="1200" b="1" dirty="0"/>
              <a:t>Avec optimisation des </a:t>
            </a:r>
            <a:r>
              <a:rPr lang="fr-FR" sz="1200" b="1" dirty="0" err="1"/>
              <a:t>features</a:t>
            </a:r>
            <a:r>
              <a:rPr lang="fr-FR" sz="1200" b="1" dirty="0"/>
              <a:t> date + “</a:t>
            </a:r>
            <a:r>
              <a:rPr lang="fr-FR" sz="1200" b="1" dirty="0" err="1"/>
              <a:t>holiday</a:t>
            </a:r>
            <a:r>
              <a:rPr lang="fr-FR" sz="1200" b="1" dirty="0"/>
              <a:t>” : </a:t>
            </a:r>
            <a:r>
              <a:rPr lang="fr-FR" sz="1200" dirty="0"/>
              <a:t>Ridge descend à 139k de RMSE test et monte à 0.95 de R². Il s’agit du meilleur compromis performance/stabilité avec une amélioration de la prédiction.</a:t>
            </a:r>
          </a:p>
        </p:txBody>
      </p:sp>
    </p:spTree>
    <p:extLst>
      <p:ext uri="{BB962C8B-B14F-4D97-AF65-F5344CB8AC3E}">
        <p14:creationId xmlns:p14="http://schemas.microsoft.com/office/powerpoint/2010/main" val="250920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39311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 votre attention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36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36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3008</TotalTime>
  <Words>540</Words>
  <Application>Microsoft Office PowerPoint</Application>
  <PresentationFormat>Affichage à l'écran (16:9)</PresentationFormat>
  <Paragraphs>81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Inter SemiBold</vt:lpstr>
      <vt:lpstr>Arial</vt:lpstr>
      <vt:lpstr>Inter Medium</vt:lpstr>
      <vt:lpstr>Wingdings</vt:lpstr>
      <vt:lpstr>Simple Light</vt:lpstr>
      <vt:lpstr>1_Simple Light</vt:lpstr>
      <vt:lpstr>Walmart sales </vt:lpstr>
      <vt:lpstr>Contexte</vt:lpstr>
      <vt:lpstr>EDA</vt:lpstr>
      <vt:lpstr>Métriques et protocole Critères d’évaluation du modèle de régression</vt:lpstr>
      <vt:lpstr>Agrégation des résultats Baseline vs Ridge/Lasso : amélioration de la généralisation</vt:lpstr>
      <vt:lpstr>Présentation PowerPoint</vt:lpstr>
      <vt:lpstr>Résultats et optimisations 2/2 Interprétation des résultats</vt:lpstr>
      <vt:lpstr>Merci pour votre attention 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Jean-Yves Vuillequez</dc:creator>
  <cp:lastModifiedBy>Jean-Yves Vuillequez</cp:lastModifiedBy>
  <cp:revision>237</cp:revision>
  <dcterms:modified xsi:type="dcterms:W3CDTF">2026-02-11T17:02:56Z</dcterms:modified>
</cp:coreProperties>
</file>