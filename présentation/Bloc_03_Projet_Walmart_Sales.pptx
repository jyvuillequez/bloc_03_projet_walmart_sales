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  <p:sldMasterId id="2147483660" r:id="rId2"/>
  </p:sldMasterIdLst>
  <p:notesMasterIdLst>
    <p:notesMasterId r:id="rId10"/>
  </p:notesMasterIdLst>
  <p:sldIdLst>
    <p:sldId id="256" r:id="rId3"/>
    <p:sldId id="258" r:id="rId4"/>
    <p:sldId id="272" r:id="rId5"/>
    <p:sldId id="273" r:id="rId6"/>
    <p:sldId id="274" r:id="rId7"/>
    <p:sldId id="275" r:id="rId8"/>
    <p:sldId id="271" r:id="rId9"/>
  </p:sldIdLst>
  <p:sldSz cx="9144000" cy="5143500" type="screen16x9"/>
  <p:notesSz cx="6858000" cy="9144000"/>
  <p:embeddedFontLst>
    <p:embeddedFont>
      <p:font typeface="Inter Medium" panose="020B0604020202020204" charset="0"/>
      <p:regular r:id="rId11"/>
      <p:bold r:id="rId12"/>
      <p:italic r:id="rId13"/>
      <p:boldItalic r:id="rId14"/>
    </p:embeddedFont>
    <p:embeddedFont>
      <p:font typeface="Inter SemiBold" panose="020B0604020202020204" charset="0"/>
      <p:regular r:id="rId15"/>
      <p:bold r:id="rId16"/>
      <p:italic r:id="rId17"/>
      <p:boldItalic r:id="rId1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E3449"/>
    <a:srgbClr val="E4E9EB"/>
    <a:srgbClr val="F44470"/>
    <a:srgbClr val="4154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D0BB760-0C4E-462A-AC49-5F72D8585396}" v="95" dt="2026-02-02T16:12:43.17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85" autoAdjust="0"/>
    <p:restoredTop sz="90507" autoAdjust="0"/>
  </p:normalViewPr>
  <p:slideViewPr>
    <p:cSldViewPr snapToGrid="0">
      <p:cViewPr>
        <p:scale>
          <a:sx n="75" d="100"/>
          <a:sy n="75" d="100"/>
        </p:scale>
        <p:origin x="2028" y="1232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font" Target="fonts/font3.fntdata"/><Relationship Id="rId18" Type="http://schemas.openxmlformats.org/officeDocument/2006/relationships/font" Target="fonts/font8.fntdata"/><Relationship Id="rId3" Type="http://schemas.openxmlformats.org/officeDocument/2006/relationships/slide" Target="slides/slide1.xml"/><Relationship Id="rId21" Type="http://schemas.openxmlformats.org/officeDocument/2006/relationships/theme" Target="theme/theme1.xml"/><Relationship Id="rId7" Type="http://schemas.openxmlformats.org/officeDocument/2006/relationships/slide" Target="slides/slide5.xml"/><Relationship Id="rId12" Type="http://schemas.openxmlformats.org/officeDocument/2006/relationships/font" Target="fonts/font2.fntdata"/><Relationship Id="rId17" Type="http://schemas.openxmlformats.org/officeDocument/2006/relationships/font" Target="fonts/font7.fntdata"/><Relationship Id="rId2" Type="http://schemas.openxmlformats.org/officeDocument/2006/relationships/slideMaster" Target="slideMasters/slideMaster2.xml"/><Relationship Id="rId16" Type="http://schemas.openxmlformats.org/officeDocument/2006/relationships/font" Target="fonts/font6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font" Target="fonts/font1.fntdata"/><Relationship Id="rId24" Type="http://schemas.microsoft.com/office/2015/10/relationships/revisionInfo" Target="revisionInfo.xml"/><Relationship Id="rId5" Type="http://schemas.openxmlformats.org/officeDocument/2006/relationships/slide" Target="slides/slide3.xml"/><Relationship Id="rId15" Type="http://schemas.openxmlformats.org/officeDocument/2006/relationships/font" Target="fonts/font5.fntdata"/><Relationship Id="rId23" Type="http://schemas.microsoft.com/office/2016/11/relationships/changesInfo" Target="changesInfos/changesInfo1.xml"/><Relationship Id="rId10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font" Target="fonts/font4.fntdata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ean-Yves Vuillequez" userId="e7fac481abea6bd0" providerId="LiveId" clId="{79E365E8-22BC-4EC2-9606-9A9AC6CD1D22}"/>
    <pc:docChg chg="undo custSel addSld delSld modSld addMainMaster delMainMaster">
      <pc:chgData name="Jean-Yves Vuillequez" userId="e7fac481abea6bd0" providerId="LiveId" clId="{79E365E8-22BC-4EC2-9606-9A9AC6CD1D22}" dt="2026-02-02T17:16:08.171" v="2059" actId="1076"/>
      <pc:docMkLst>
        <pc:docMk/>
      </pc:docMkLst>
      <pc:sldChg chg="addSp modSp mod">
        <pc:chgData name="Jean-Yves Vuillequez" userId="e7fac481abea6bd0" providerId="LiveId" clId="{79E365E8-22BC-4EC2-9606-9A9AC6CD1D22}" dt="2026-01-30T14:15:54.347" v="107" actId="14100"/>
        <pc:sldMkLst>
          <pc:docMk/>
          <pc:sldMk cId="0" sldId="256"/>
        </pc:sldMkLst>
        <pc:spChg chg="add mod">
          <ac:chgData name="Jean-Yves Vuillequez" userId="e7fac481abea6bd0" providerId="LiveId" clId="{79E365E8-22BC-4EC2-9606-9A9AC6CD1D22}" dt="2026-01-30T14:11:54.572" v="105" actId="1037"/>
          <ac:spMkLst>
            <pc:docMk/>
            <pc:sldMk cId="0" sldId="256"/>
            <ac:spMk id="3" creationId="{124BAD35-7509-EAFD-F0C5-0C17E26060D0}"/>
          </ac:spMkLst>
        </pc:spChg>
        <pc:spChg chg="mod">
          <ac:chgData name="Jean-Yves Vuillequez" userId="e7fac481abea6bd0" providerId="LiveId" clId="{79E365E8-22BC-4EC2-9606-9A9AC6CD1D22}" dt="2026-01-30T14:11:34.993" v="97"/>
          <ac:spMkLst>
            <pc:docMk/>
            <pc:sldMk cId="0" sldId="256"/>
            <ac:spMk id="54" creationId="{00000000-0000-0000-0000-000000000000}"/>
          </ac:spMkLst>
        </pc:spChg>
        <pc:spChg chg="mod">
          <ac:chgData name="Jean-Yves Vuillequez" userId="e7fac481abea6bd0" providerId="LiveId" clId="{79E365E8-22BC-4EC2-9606-9A9AC6CD1D22}" dt="2026-01-30T14:15:54.347" v="107" actId="14100"/>
          <ac:spMkLst>
            <pc:docMk/>
            <pc:sldMk cId="0" sldId="256"/>
            <ac:spMk id="57" creationId="{00000000-0000-0000-0000-000000000000}"/>
          </ac:spMkLst>
        </pc:spChg>
      </pc:sldChg>
      <pc:sldChg chg="addSp delSp modSp mod addAnim delAnim modNotesTx">
        <pc:chgData name="Jean-Yves Vuillequez" userId="e7fac481abea6bd0" providerId="LiveId" clId="{79E365E8-22BC-4EC2-9606-9A9AC6CD1D22}" dt="2026-02-02T16:12:43.178" v="2008"/>
        <pc:sldMkLst>
          <pc:docMk/>
          <pc:sldMk cId="0" sldId="258"/>
        </pc:sldMkLst>
        <pc:spChg chg="add mod">
          <ac:chgData name="Jean-Yves Vuillequez" userId="e7fac481abea6bd0" providerId="LiveId" clId="{79E365E8-22BC-4EC2-9606-9A9AC6CD1D22}" dt="2026-02-01T11:00:29.555" v="1881" actId="1076"/>
          <ac:spMkLst>
            <pc:docMk/>
            <pc:sldMk cId="0" sldId="258"/>
            <ac:spMk id="2" creationId="{86EAA274-6C17-67CB-A10D-51EEF8179EBB}"/>
          </ac:spMkLst>
        </pc:spChg>
        <pc:spChg chg="add mod">
          <ac:chgData name="Jean-Yves Vuillequez" userId="e7fac481abea6bd0" providerId="LiveId" clId="{79E365E8-22BC-4EC2-9606-9A9AC6CD1D22}" dt="2026-02-01T11:00:29.555" v="1881" actId="1076"/>
          <ac:spMkLst>
            <pc:docMk/>
            <pc:sldMk cId="0" sldId="258"/>
            <ac:spMk id="5" creationId="{C9E79F0C-F757-C223-90A8-073753256F1C}"/>
          </ac:spMkLst>
        </pc:spChg>
        <pc:spChg chg="add mod">
          <ac:chgData name="Jean-Yves Vuillequez" userId="e7fac481abea6bd0" providerId="LiveId" clId="{79E365E8-22BC-4EC2-9606-9A9AC6CD1D22}" dt="2026-02-02T16:06:25.880" v="1917" actId="20577"/>
          <ac:spMkLst>
            <pc:docMk/>
            <pc:sldMk cId="0" sldId="258"/>
            <ac:spMk id="6" creationId="{243FF7A6-205C-44FD-4C04-67C8CD0DF557}"/>
          </ac:spMkLst>
        </pc:spChg>
        <pc:spChg chg="mod">
          <ac:chgData name="Jean-Yves Vuillequez" userId="e7fac481abea6bd0" providerId="LiveId" clId="{79E365E8-22BC-4EC2-9606-9A9AC6CD1D22}" dt="2026-02-02T16:12:43.178" v="2008"/>
          <ac:spMkLst>
            <pc:docMk/>
            <pc:sldMk cId="0" sldId="258"/>
            <ac:spMk id="10" creationId="{FC491CDF-3F34-BB39-0A82-0DAC007BD132}"/>
          </ac:spMkLst>
        </pc:spChg>
        <pc:spChg chg="mod">
          <ac:chgData name="Jean-Yves Vuillequez" userId="e7fac481abea6bd0" providerId="LiveId" clId="{79E365E8-22BC-4EC2-9606-9A9AC6CD1D22}" dt="2026-02-02T16:12:43.178" v="2008"/>
          <ac:spMkLst>
            <pc:docMk/>
            <pc:sldMk cId="0" sldId="258"/>
            <ac:spMk id="11" creationId="{ACF1FAB6-8357-78A4-A151-F4B6A024E6A7}"/>
          </ac:spMkLst>
        </pc:spChg>
        <pc:spChg chg="add mod">
          <ac:chgData name="Jean-Yves Vuillequez" userId="e7fac481abea6bd0" providerId="LiveId" clId="{79E365E8-22BC-4EC2-9606-9A9AC6CD1D22}" dt="2026-02-02T16:10:57.694" v="1963" actId="20577"/>
          <ac:spMkLst>
            <pc:docMk/>
            <pc:sldMk cId="0" sldId="258"/>
            <ac:spMk id="12" creationId="{FC491CDF-3F34-BB39-0A82-0DAC007BD132}"/>
          </ac:spMkLst>
        </pc:spChg>
        <pc:spChg chg="add mod">
          <ac:chgData name="Jean-Yves Vuillequez" userId="e7fac481abea6bd0" providerId="LiveId" clId="{79E365E8-22BC-4EC2-9606-9A9AC6CD1D22}" dt="2026-02-02T16:11:21.731" v="1980" actId="403"/>
          <ac:spMkLst>
            <pc:docMk/>
            <pc:sldMk cId="0" sldId="258"/>
            <ac:spMk id="13" creationId="{ACF1FAB6-8357-78A4-A151-F4B6A024E6A7}"/>
          </ac:spMkLst>
        </pc:spChg>
        <pc:spChg chg="add mod">
          <ac:chgData name="Jean-Yves Vuillequez" userId="e7fac481abea6bd0" providerId="LiveId" clId="{79E365E8-22BC-4EC2-9606-9A9AC6CD1D22}" dt="2026-02-02T16:10:49.645" v="1961" actId="20577"/>
          <ac:spMkLst>
            <pc:docMk/>
            <pc:sldMk cId="0" sldId="258"/>
            <ac:spMk id="14" creationId="{08A772C8-4897-AF7E-F054-AC3177F094BA}"/>
          </ac:spMkLst>
        </pc:spChg>
        <pc:spChg chg="add mod">
          <ac:chgData name="Jean-Yves Vuillequez" userId="e7fac481abea6bd0" providerId="LiveId" clId="{79E365E8-22BC-4EC2-9606-9A9AC6CD1D22}" dt="2026-02-02T16:12:16.030" v="2006" actId="1038"/>
          <ac:spMkLst>
            <pc:docMk/>
            <pc:sldMk cId="0" sldId="258"/>
            <ac:spMk id="15" creationId="{FA098B4A-1246-37C3-6B4B-35E8AB31E9C9}"/>
          </ac:spMkLst>
        </pc:spChg>
        <pc:spChg chg="mod">
          <ac:chgData name="Jean-Yves Vuillequez" userId="e7fac481abea6bd0" providerId="LiveId" clId="{79E365E8-22BC-4EC2-9606-9A9AC6CD1D22}" dt="2026-02-02T16:12:43.178" v="2008"/>
          <ac:spMkLst>
            <pc:docMk/>
            <pc:sldMk cId="0" sldId="258"/>
            <ac:spMk id="16" creationId="{08A772C8-4897-AF7E-F054-AC3177F094BA}"/>
          </ac:spMkLst>
        </pc:spChg>
        <pc:spChg chg="mod">
          <ac:chgData name="Jean-Yves Vuillequez" userId="e7fac481abea6bd0" providerId="LiveId" clId="{79E365E8-22BC-4EC2-9606-9A9AC6CD1D22}" dt="2026-02-02T16:12:43.178" v="2008"/>
          <ac:spMkLst>
            <pc:docMk/>
            <pc:sldMk cId="0" sldId="258"/>
            <ac:spMk id="18" creationId="{FA098B4A-1246-37C3-6B4B-35E8AB31E9C9}"/>
          </ac:spMkLst>
        </pc:spChg>
        <pc:spChg chg="mod">
          <ac:chgData name="Jean-Yves Vuillequez" userId="e7fac481abea6bd0" providerId="LiveId" clId="{79E365E8-22BC-4EC2-9606-9A9AC6CD1D22}" dt="2026-02-01T10:59:14.288" v="1874" actId="20577"/>
          <ac:spMkLst>
            <pc:docMk/>
            <pc:sldMk cId="0" sldId="258"/>
            <ac:spMk id="68" creationId="{00000000-0000-0000-0000-000000000000}"/>
          </ac:spMkLst>
        </pc:spChg>
        <pc:spChg chg="add mod">
          <ac:chgData name="Jean-Yves Vuillequez" userId="e7fac481abea6bd0" providerId="LiveId" clId="{79E365E8-22BC-4EC2-9606-9A9AC6CD1D22}" dt="2026-02-01T11:00:29.555" v="1881" actId="1076"/>
          <ac:spMkLst>
            <pc:docMk/>
            <pc:sldMk cId="0" sldId="258"/>
            <ac:spMk id="72" creationId="{CC5A5943-95B8-9001-0CE5-5A0E7A057135}"/>
          </ac:spMkLst>
        </pc:spChg>
        <pc:spChg chg="add mod">
          <ac:chgData name="Jean-Yves Vuillequez" userId="e7fac481abea6bd0" providerId="LiveId" clId="{79E365E8-22BC-4EC2-9606-9A9AC6CD1D22}" dt="2026-02-01T11:00:29.555" v="1881" actId="1076"/>
          <ac:spMkLst>
            <pc:docMk/>
            <pc:sldMk cId="0" sldId="258"/>
            <ac:spMk id="73" creationId="{07A23F0B-B4FA-D663-D358-18B8117E674E}"/>
          </ac:spMkLst>
        </pc:spChg>
        <pc:spChg chg="add mod">
          <ac:chgData name="Jean-Yves Vuillequez" userId="e7fac481abea6bd0" providerId="LiveId" clId="{79E365E8-22BC-4EC2-9606-9A9AC6CD1D22}" dt="2026-02-01T11:00:29.555" v="1881" actId="1076"/>
          <ac:spMkLst>
            <pc:docMk/>
            <pc:sldMk cId="0" sldId="258"/>
            <ac:spMk id="74" creationId="{9DB93DE2-52AF-624C-2521-0CBC83F1DAEA}"/>
          </ac:spMkLst>
        </pc:spChg>
        <pc:spChg chg="add mod">
          <ac:chgData name="Jean-Yves Vuillequez" userId="e7fac481abea6bd0" providerId="LiveId" clId="{79E365E8-22BC-4EC2-9606-9A9AC6CD1D22}" dt="2026-02-01T11:00:29.555" v="1881" actId="1076"/>
          <ac:spMkLst>
            <pc:docMk/>
            <pc:sldMk cId="0" sldId="258"/>
            <ac:spMk id="81" creationId="{2DBE87AA-DC75-2572-80DE-102D18A13697}"/>
          </ac:spMkLst>
        </pc:spChg>
        <pc:spChg chg="add mod">
          <ac:chgData name="Jean-Yves Vuillequez" userId="e7fac481abea6bd0" providerId="LiveId" clId="{79E365E8-22BC-4EC2-9606-9A9AC6CD1D22}" dt="2026-02-01T11:00:29.555" v="1881" actId="1076"/>
          <ac:spMkLst>
            <pc:docMk/>
            <pc:sldMk cId="0" sldId="258"/>
            <ac:spMk id="82" creationId="{FC59DAA1-9B14-7026-9D1F-C0DD37590B10}"/>
          </ac:spMkLst>
        </pc:spChg>
        <pc:spChg chg="add mod">
          <ac:chgData name="Jean-Yves Vuillequez" userId="e7fac481abea6bd0" providerId="LiveId" clId="{79E365E8-22BC-4EC2-9606-9A9AC6CD1D22}" dt="2026-02-01T11:00:29.555" v="1881" actId="1076"/>
          <ac:spMkLst>
            <pc:docMk/>
            <pc:sldMk cId="0" sldId="258"/>
            <ac:spMk id="83" creationId="{F6AE8A9E-2414-9AB6-018C-C685CB23EAA8}"/>
          </ac:spMkLst>
        </pc:spChg>
        <pc:grpChg chg="add mod">
          <ac:chgData name="Jean-Yves Vuillequez" userId="e7fac481abea6bd0" providerId="LiveId" clId="{79E365E8-22BC-4EC2-9606-9A9AC6CD1D22}" dt="2026-02-02T16:12:43.178" v="2008"/>
          <ac:grpSpMkLst>
            <pc:docMk/>
            <pc:sldMk cId="0" sldId="258"/>
            <ac:grpSpMk id="9" creationId="{E2A99614-8874-B199-82B5-05C2082C22CF}"/>
          </ac:grpSpMkLst>
        </pc:grpChg>
        <pc:grpChg chg="add del mod ord">
          <ac:chgData name="Jean-Yves Vuillequez" userId="e7fac481abea6bd0" providerId="LiveId" clId="{79E365E8-22BC-4EC2-9606-9A9AC6CD1D22}" dt="2026-02-02T16:12:42.667" v="2007" actId="478"/>
          <ac:grpSpMkLst>
            <pc:docMk/>
            <pc:sldMk cId="0" sldId="258"/>
            <ac:grpSpMk id="84" creationId="{E2A99614-8874-B199-82B5-05C2082C22CF}"/>
          </ac:grpSpMkLst>
        </pc:grpChg>
        <pc:cxnChg chg="add mod">
          <ac:chgData name="Jean-Yves Vuillequez" userId="e7fac481abea6bd0" providerId="LiveId" clId="{79E365E8-22BC-4EC2-9606-9A9AC6CD1D22}" dt="2026-02-02T16:12:42.667" v="2007" actId="478"/>
          <ac:cxnSpMkLst>
            <pc:docMk/>
            <pc:sldMk cId="0" sldId="258"/>
            <ac:cxnSpMk id="17" creationId="{E7C378F0-540F-EE8C-5E65-A2634082EA39}"/>
          </ac:cxnSpMkLst>
        </pc:cxnChg>
        <pc:cxnChg chg="mod">
          <ac:chgData name="Jean-Yves Vuillequez" userId="e7fac481abea6bd0" providerId="LiveId" clId="{79E365E8-22BC-4EC2-9606-9A9AC6CD1D22}" dt="2026-02-02T16:12:43.178" v="2008"/>
          <ac:cxnSpMkLst>
            <pc:docMk/>
            <pc:sldMk cId="0" sldId="258"/>
            <ac:cxnSpMk id="19" creationId="{E7C378F0-540F-EE8C-5E65-A2634082EA39}"/>
          </ac:cxnSpMkLst>
        </pc:cxnChg>
        <pc:cxnChg chg="mod">
          <ac:chgData name="Jean-Yves Vuillequez" userId="e7fac481abea6bd0" providerId="LiveId" clId="{79E365E8-22BC-4EC2-9606-9A9AC6CD1D22}" dt="2026-02-02T16:12:43.178" v="2008"/>
          <ac:cxnSpMkLst>
            <pc:docMk/>
            <pc:sldMk cId="0" sldId="258"/>
            <ac:cxnSpMk id="20" creationId="{D2131AD7-8C86-1B7B-D274-91FF7C6CFAD4}"/>
          </ac:cxnSpMkLst>
        </pc:cxnChg>
        <pc:cxnChg chg="mod">
          <ac:chgData name="Jean-Yves Vuillequez" userId="e7fac481abea6bd0" providerId="LiveId" clId="{79E365E8-22BC-4EC2-9606-9A9AC6CD1D22}" dt="2026-02-02T16:12:43.178" v="2008"/>
          <ac:cxnSpMkLst>
            <pc:docMk/>
            <pc:sldMk cId="0" sldId="258"/>
            <ac:cxnSpMk id="21" creationId="{2ED16C50-1AF6-F13B-C817-6FE324309705}"/>
          </ac:cxnSpMkLst>
        </pc:cxnChg>
        <pc:cxnChg chg="add mod">
          <ac:chgData name="Jean-Yves Vuillequez" userId="e7fac481abea6bd0" providerId="LiveId" clId="{79E365E8-22BC-4EC2-9606-9A9AC6CD1D22}" dt="2026-02-02T16:12:42.667" v="2007" actId="478"/>
          <ac:cxnSpMkLst>
            <pc:docMk/>
            <pc:sldMk cId="0" sldId="258"/>
            <ac:cxnSpMk id="33" creationId="{D2131AD7-8C86-1B7B-D274-91FF7C6CFAD4}"/>
          </ac:cxnSpMkLst>
        </pc:cxnChg>
        <pc:cxnChg chg="add mod">
          <ac:chgData name="Jean-Yves Vuillequez" userId="e7fac481abea6bd0" providerId="LiveId" clId="{79E365E8-22BC-4EC2-9606-9A9AC6CD1D22}" dt="2026-02-02T16:12:42.667" v="2007" actId="478"/>
          <ac:cxnSpMkLst>
            <pc:docMk/>
            <pc:sldMk cId="0" sldId="258"/>
            <ac:cxnSpMk id="40" creationId="{2ED16C50-1AF6-F13B-C817-6FE324309705}"/>
          </ac:cxnSpMkLst>
        </pc:cxnChg>
      </pc:sldChg>
      <pc:sldChg chg="add del">
        <pc:chgData name="Jean-Yves Vuillequez" userId="e7fac481abea6bd0" providerId="LiveId" clId="{79E365E8-22BC-4EC2-9606-9A9AC6CD1D22}" dt="2026-01-16T10:47:03.962" v="33" actId="47"/>
        <pc:sldMkLst>
          <pc:docMk/>
          <pc:sldMk cId="0" sldId="271"/>
        </pc:sldMkLst>
      </pc:sldChg>
      <pc:sldChg chg="addSp delSp modSp add mod">
        <pc:chgData name="Jean-Yves Vuillequez" userId="e7fac481abea6bd0" providerId="LiveId" clId="{79E365E8-22BC-4EC2-9606-9A9AC6CD1D22}" dt="2026-02-01T10:59:19.187" v="1875" actId="108"/>
        <pc:sldMkLst>
          <pc:docMk/>
          <pc:sldMk cId="1949808982" sldId="272"/>
        </pc:sldMkLst>
        <pc:spChg chg="mod">
          <ac:chgData name="Jean-Yves Vuillequez" userId="e7fac481abea6bd0" providerId="LiveId" clId="{79E365E8-22BC-4EC2-9606-9A9AC6CD1D22}" dt="2026-01-31T09:31:25.984" v="500" actId="14100"/>
          <ac:spMkLst>
            <pc:docMk/>
            <pc:sldMk cId="1949808982" sldId="272"/>
            <ac:spMk id="3" creationId="{918276D2-E6DF-25B7-DBF8-F68825179B1F}"/>
          </ac:spMkLst>
        </pc:spChg>
        <pc:spChg chg="mod">
          <ac:chgData name="Jean-Yves Vuillequez" userId="e7fac481abea6bd0" providerId="LiveId" clId="{79E365E8-22BC-4EC2-9606-9A9AC6CD1D22}" dt="2026-01-31T09:31:22.846" v="499" actId="1076"/>
          <ac:spMkLst>
            <pc:docMk/>
            <pc:sldMk cId="1949808982" sldId="272"/>
            <ac:spMk id="4" creationId="{E68FD57D-A21D-4A1D-E5BC-A166AFD04983}"/>
          </ac:spMkLst>
        </pc:spChg>
        <pc:spChg chg="mod">
          <ac:chgData name="Jean-Yves Vuillequez" userId="e7fac481abea6bd0" providerId="LiveId" clId="{79E365E8-22BC-4EC2-9606-9A9AC6CD1D22}" dt="2026-02-01T10:59:19.187" v="1875" actId="108"/>
          <ac:spMkLst>
            <pc:docMk/>
            <pc:sldMk cId="1949808982" sldId="272"/>
            <ac:spMk id="68" creationId="{F0826EF4-BD5C-8FF3-F987-33CC9D7D7599}"/>
          </ac:spMkLst>
        </pc:spChg>
        <pc:picChg chg="add mod">
          <ac:chgData name="Jean-Yves Vuillequez" userId="e7fac481abea6bd0" providerId="LiveId" clId="{79E365E8-22BC-4EC2-9606-9A9AC6CD1D22}" dt="2026-01-31T09:57:49.906" v="856" actId="1076"/>
          <ac:picMkLst>
            <pc:docMk/>
            <pc:sldMk cId="1949808982" sldId="272"/>
            <ac:picMk id="9" creationId="{E4FE4112-761B-E46C-E2ED-D901343CD1C1}"/>
          </ac:picMkLst>
        </pc:picChg>
        <pc:picChg chg="add mod">
          <ac:chgData name="Jean-Yves Vuillequez" userId="e7fac481abea6bd0" providerId="LiveId" clId="{79E365E8-22BC-4EC2-9606-9A9AC6CD1D22}" dt="2026-01-31T09:57:49.906" v="856" actId="1076"/>
          <ac:picMkLst>
            <pc:docMk/>
            <pc:sldMk cId="1949808982" sldId="272"/>
            <ac:picMk id="11" creationId="{2D2E5588-BF32-35DF-6EF3-8B4C3B09AF23}"/>
          </ac:picMkLst>
        </pc:picChg>
        <pc:picChg chg="add mod">
          <ac:chgData name="Jean-Yves Vuillequez" userId="e7fac481abea6bd0" providerId="LiveId" clId="{79E365E8-22BC-4EC2-9606-9A9AC6CD1D22}" dt="2026-01-31T09:57:49.906" v="856" actId="1076"/>
          <ac:picMkLst>
            <pc:docMk/>
            <pc:sldMk cId="1949808982" sldId="272"/>
            <ac:picMk id="13" creationId="{32704BFA-C581-04A6-D276-756B9859C1AD}"/>
          </ac:picMkLst>
        </pc:picChg>
      </pc:sldChg>
      <pc:sldChg chg="addSp delSp modSp add mod">
        <pc:chgData name="Jean-Yves Vuillequez" userId="e7fac481abea6bd0" providerId="LiveId" clId="{79E365E8-22BC-4EC2-9606-9A9AC6CD1D22}" dt="2026-02-02T17:16:08.171" v="2059" actId="1076"/>
        <pc:sldMkLst>
          <pc:docMk/>
          <pc:sldMk cId="350096336" sldId="273"/>
        </pc:sldMkLst>
        <pc:spChg chg="add mod">
          <ac:chgData name="Jean-Yves Vuillequez" userId="e7fac481abea6bd0" providerId="LiveId" clId="{79E365E8-22BC-4EC2-9606-9A9AC6CD1D22}" dt="2026-01-31T09:58:47.481" v="865"/>
          <ac:spMkLst>
            <pc:docMk/>
            <pc:sldMk cId="350096336" sldId="273"/>
            <ac:spMk id="2" creationId="{DA0D21DE-5FC5-41D5-1100-2998D53E4409}"/>
          </ac:spMkLst>
        </pc:spChg>
        <pc:spChg chg="add mod">
          <ac:chgData name="Jean-Yves Vuillequez" userId="e7fac481abea6bd0" providerId="LiveId" clId="{79E365E8-22BC-4EC2-9606-9A9AC6CD1D22}" dt="2026-01-31T10:11:02.947" v="988" actId="14100"/>
          <ac:spMkLst>
            <pc:docMk/>
            <pc:sldMk cId="350096336" sldId="273"/>
            <ac:spMk id="5" creationId="{94984F66-4CDD-54A8-8239-A2D75C6C5A9C}"/>
          </ac:spMkLst>
        </pc:spChg>
        <pc:spChg chg="add mod">
          <ac:chgData name="Jean-Yves Vuillequez" userId="e7fac481abea6bd0" providerId="LiveId" clId="{79E365E8-22BC-4EC2-9606-9A9AC6CD1D22}" dt="2026-02-02T17:16:07.501" v="2057" actId="6549"/>
          <ac:spMkLst>
            <pc:docMk/>
            <pc:sldMk cId="350096336" sldId="273"/>
            <ac:spMk id="6" creationId="{93C872CE-121A-B45D-34AA-6287E96C439E}"/>
          </ac:spMkLst>
        </pc:spChg>
        <pc:spChg chg="add mod">
          <ac:chgData name="Jean-Yves Vuillequez" userId="e7fac481abea6bd0" providerId="LiveId" clId="{79E365E8-22BC-4EC2-9606-9A9AC6CD1D22}" dt="2026-02-02T17:16:08.171" v="2059" actId="1076"/>
          <ac:spMkLst>
            <pc:docMk/>
            <pc:sldMk cId="350096336" sldId="273"/>
            <ac:spMk id="7" creationId="{DFF6D287-5BE8-BB84-3F48-D2D08FBDAEFB}"/>
          </ac:spMkLst>
        </pc:spChg>
        <pc:spChg chg="add mod">
          <ac:chgData name="Jean-Yves Vuillequez" userId="e7fac481abea6bd0" providerId="LiveId" clId="{79E365E8-22BC-4EC2-9606-9A9AC6CD1D22}" dt="2026-02-02T17:16:08.171" v="2059" actId="1076"/>
          <ac:spMkLst>
            <pc:docMk/>
            <pc:sldMk cId="350096336" sldId="273"/>
            <ac:spMk id="8" creationId="{2E270FDB-1C95-4A69-4FF2-0CEB6BD071FB}"/>
          </ac:spMkLst>
        </pc:spChg>
        <pc:spChg chg="add mod">
          <ac:chgData name="Jean-Yves Vuillequez" userId="e7fac481abea6bd0" providerId="LiveId" clId="{79E365E8-22BC-4EC2-9606-9A9AC6CD1D22}" dt="2026-02-02T17:16:08.171" v="2059" actId="1076"/>
          <ac:spMkLst>
            <pc:docMk/>
            <pc:sldMk cId="350096336" sldId="273"/>
            <ac:spMk id="10" creationId="{EA7416D4-65A3-F619-40B7-89C294F65077}"/>
          </ac:spMkLst>
        </pc:spChg>
        <pc:spChg chg="mod">
          <ac:chgData name="Jean-Yves Vuillequez" userId="e7fac481abea6bd0" providerId="LiveId" clId="{79E365E8-22BC-4EC2-9606-9A9AC6CD1D22}" dt="2026-02-01T10:59:37.934" v="1880" actId="404"/>
          <ac:spMkLst>
            <pc:docMk/>
            <pc:sldMk cId="350096336" sldId="273"/>
            <ac:spMk id="68" creationId="{DF28081E-4100-19B0-5D66-6E64344E5A7F}"/>
          </ac:spMkLst>
        </pc:spChg>
      </pc:sldChg>
      <pc:sldChg chg="addSp delSp modSp add mod">
        <pc:chgData name="Jean-Yves Vuillequez" userId="e7fac481abea6bd0" providerId="LiveId" clId="{79E365E8-22BC-4EC2-9606-9A9AC6CD1D22}" dt="2026-02-01T11:01:35.151" v="1896" actId="1076"/>
        <pc:sldMkLst>
          <pc:docMk/>
          <pc:sldMk cId="2166643445" sldId="274"/>
        </pc:sldMkLst>
        <pc:spChg chg="add mod">
          <ac:chgData name="Jean-Yves Vuillequez" userId="e7fac481abea6bd0" providerId="LiveId" clId="{79E365E8-22BC-4EC2-9606-9A9AC6CD1D22}" dt="2026-02-01T11:01:27.990" v="1895" actId="1076"/>
          <ac:spMkLst>
            <pc:docMk/>
            <pc:sldMk cId="2166643445" sldId="274"/>
            <ac:spMk id="11" creationId="{CCAFC56B-0391-D0D0-91A1-80E39855DACA}"/>
          </ac:spMkLst>
        </pc:spChg>
        <pc:spChg chg="add mod">
          <ac:chgData name="Jean-Yves Vuillequez" userId="e7fac481abea6bd0" providerId="LiveId" clId="{79E365E8-22BC-4EC2-9606-9A9AC6CD1D22}" dt="2026-02-01T11:01:35.151" v="1896" actId="1076"/>
          <ac:spMkLst>
            <pc:docMk/>
            <pc:sldMk cId="2166643445" sldId="274"/>
            <ac:spMk id="13" creationId="{E19003E3-280F-7E0C-2560-B968F183C4B3}"/>
          </ac:spMkLst>
        </pc:spChg>
        <pc:spChg chg="mod">
          <ac:chgData name="Jean-Yves Vuillequez" userId="e7fac481abea6bd0" providerId="LiveId" clId="{79E365E8-22BC-4EC2-9606-9A9AC6CD1D22}" dt="2026-02-01T11:01:06.503" v="1888" actId="403"/>
          <ac:spMkLst>
            <pc:docMk/>
            <pc:sldMk cId="2166643445" sldId="274"/>
            <ac:spMk id="68" creationId="{3E1FE9AF-F8BF-6D41-7238-1CD8C87E5960}"/>
          </ac:spMkLst>
        </pc:spChg>
        <pc:graphicFrameChg chg="add mod modGraphic">
          <ac:chgData name="Jean-Yves Vuillequez" userId="e7fac481abea6bd0" providerId="LiveId" clId="{79E365E8-22BC-4EC2-9606-9A9AC6CD1D22}" dt="2026-02-01T11:01:27.990" v="1895" actId="1076"/>
          <ac:graphicFrameMkLst>
            <pc:docMk/>
            <pc:sldMk cId="2166643445" sldId="274"/>
            <ac:graphicFrameMk id="3" creationId="{8413E2CF-464F-F5E1-341F-3D8E5281BBA6}"/>
          </ac:graphicFrameMkLst>
        </pc:graphicFrameChg>
        <pc:graphicFrameChg chg="add mod modGraphic">
          <ac:chgData name="Jean-Yves Vuillequez" userId="e7fac481abea6bd0" providerId="LiveId" clId="{79E365E8-22BC-4EC2-9606-9A9AC6CD1D22}" dt="2026-02-01T11:01:35.151" v="1896" actId="1076"/>
          <ac:graphicFrameMkLst>
            <pc:docMk/>
            <pc:sldMk cId="2166643445" sldId="274"/>
            <ac:graphicFrameMk id="12" creationId="{96E9CAC1-4227-BB56-BF25-F3E8680718D1}"/>
          </ac:graphicFrameMkLst>
        </pc:graphicFrameChg>
      </pc:sldChg>
      <pc:sldChg chg="addSp delSp modSp add mod">
        <pc:chgData name="Jean-Yves Vuillequez" userId="e7fac481abea6bd0" providerId="LiveId" clId="{79E365E8-22BC-4EC2-9606-9A9AC6CD1D22}" dt="2026-02-02T16:34:56.202" v="2009" actId="20577"/>
        <pc:sldMkLst>
          <pc:docMk/>
          <pc:sldMk cId="2509208219" sldId="275"/>
        </pc:sldMkLst>
        <pc:spChg chg="add mod">
          <ac:chgData name="Jean-Yves Vuillequez" userId="e7fac481abea6bd0" providerId="LiveId" clId="{79E365E8-22BC-4EC2-9606-9A9AC6CD1D22}" dt="2026-02-01T11:01:50.847" v="1902" actId="1076"/>
          <ac:spMkLst>
            <pc:docMk/>
            <pc:sldMk cId="2509208219" sldId="275"/>
            <ac:spMk id="2" creationId="{17009B12-4EC9-5F59-DC67-225ECF7BC8E2}"/>
          </ac:spMkLst>
        </pc:spChg>
        <pc:spChg chg="add mod">
          <ac:chgData name="Jean-Yves Vuillequez" userId="e7fac481abea6bd0" providerId="LiveId" clId="{79E365E8-22BC-4EC2-9606-9A9AC6CD1D22}" dt="2026-02-01T11:01:50.847" v="1902" actId="1076"/>
          <ac:spMkLst>
            <pc:docMk/>
            <pc:sldMk cId="2509208219" sldId="275"/>
            <ac:spMk id="4" creationId="{57062E18-7351-D315-29D8-674A50203B50}"/>
          </ac:spMkLst>
        </pc:spChg>
        <pc:spChg chg="add mod">
          <ac:chgData name="Jean-Yves Vuillequez" userId="e7fac481abea6bd0" providerId="LiveId" clId="{79E365E8-22BC-4EC2-9606-9A9AC6CD1D22}" dt="2026-02-02T16:34:56.202" v="2009" actId="20577"/>
          <ac:spMkLst>
            <pc:docMk/>
            <pc:sldMk cId="2509208219" sldId="275"/>
            <ac:spMk id="5" creationId="{E2439F06-EB13-161E-6539-257A6225238F}"/>
          </ac:spMkLst>
        </pc:spChg>
        <pc:spChg chg="mod">
          <ac:chgData name="Jean-Yves Vuillequez" userId="e7fac481abea6bd0" providerId="LiveId" clId="{79E365E8-22BC-4EC2-9606-9A9AC6CD1D22}" dt="2026-02-01T11:01:45.619" v="1901" actId="404"/>
          <ac:spMkLst>
            <pc:docMk/>
            <pc:sldMk cId="2509208219" sldId="275"/>
            <ac:spMk id="68" creationId="{56021F2B-93DF-FD38-C57E-1902CCDF64EA}"/>
          </ac:spMkLst>
        </pc:spChg>
      </pc:sldChg>
      <pc:sldMasterChg chg="add del addSldLayout delSldLayout">
        <pc:chgData name="Jean-Yves Vuillequez" userId="e7fac481abea6bd0" providerId="LiveId" clId="{79E365E8-22BC-4EC2-9606-9A9AC6CD1D22}" dt="2026-01-16T10:47:03.962" v="33" actId="47"/>
        <pc:sldMasterMkLst>
          <pc:docMk/>
          <pc:sldMasterMk cId="604091050" sldId="2147483660"/>
        </pc:sldMasterMkLst>
        <pc:sldLayoutChg chg="add del">
          <pc:chgData name="Jean-Yves Vuillequez" userId="e7fac481abea6bd0" providerId="LiveId" clId="{79E365E8-22BC-4EC2-9606-9A9AC6CD1D22}" dt="2026-01-16T10:47:03.962" v="33" actId="47"/>
          <pc:sldLayoutMkLst>
            <pc:docMk/>
            <pc:sldMasterMk cId="604091050" sldId="2147483660"/>
            <pc:sldLayoutMk cId="1669328441" sldId="2147483661"/>
          </pc:sldLayoutMkLst>
        </pc:sldLayoutChg>
        <pc:sldLayoutChg chg="add del">
          <pc:chgData name="Jean-Yves Vuillequez" userId="e7fac481abea6bd0" providerId="LiveId" clId="{79E365E8-22BC-4EC2-9606-9A9AC6CD1D22}" dt="2026-01-16T10:47:03.962" v="33" actId="47"/>
          <pc:sldLayoutMkLst>
            <pc:docMk/>
            <pc:sldMasterMk cId="604091050" sldId="2147483660"/>
            <pc:sldLayoutMk cId="1628572972" sldId="2147483662"/>
          </pc:sldLayoutMkLst>
        </pc:sldLayoutChg>
        <pc:sldLayoutChg chg="add del">
          <pc:chgData name="Jean-Yves Vuillequez" userId="e7fac481abea6bd0" providerId="LiveId" clId="{79E365E8-22BC-4EC2-9606-9A9AC6CD1D22}" dt="2026-01-16T10:47:03.962" v="33" actId="47"/>
          <pc:sldLayoutMkLst>
            <pc:docMk/>
            <pc:sldMasterMk cId="604091050" sldId="2147483660"/>
            <pc:sldLayoutMk cId="2738534442" sldId="2147483663"/>
          </pc:sldLayoutMkLst>
        </pc:sldLayoutChg>
        <pc:sldLayoutChg chg="add del">
          <pc:chgData name="Jean-Yves Vuillequez" userId="e7fac481abea6bd0" providerId="LiveId" clId="{79E365E8-22BC-4EC2-9606-9A9AC6CD1D22}" dt="2026-01-16T10:47:03.962" v="33" actId="47"/>
          <pc:sldLayoutMkLst>
            <pc:docMk/>
            <pc:sldMasterMk cId="604091050" sldId="2147483660"/>
            <pc:sldLayoutMk cId="2962870219" sldId="2147483664"/>
          </pc:sldLayoutMkLst>
        </pc:sldLayoutChg>
        <pc:sldLayoutChg chg="add del">
          <pc:chgData name="Jean-Yves Vuillequez" userId="e7fac481abea6bd0" providerId="LiveId" clId="{79E365E8-22BC-4EC2-9606-9A9AC6CD1D22}" dt="2026-01-16T10:47:03.962" v="33" actId="47"/>
          <pc:sldLayoutMkLst>
            <pc:docMk/>
            <pc:sldMasterMk cId="604091050" sldId="2147483660"/>
            <pc:sldLayoutMk cId="3254902670" sldId="2147483665"/>
          </pc:sldLayoutMkLst>
        </pc:sldLayoutChg>
        <pc:sldLayoutChg chg="add del">
          <pc:chgData name="Jean-Yves Vuillequez" userId="e7fac481abea6bd0" providerId="LiveId" clId="{79E365E8-22BC-4EC2-9606-9A9AC6CD1D22}" dt="2026-01-16T10:47:03.962" v="33" actId="47"/>
          <pc:sldLayoutMkLst>
            <pc:docMk/>
            <pc:sldMasterMk cId="604091050" sldId="2147483660"/>
            <pc:sldLayoutMk cId="2825252853" sldId="2147483666"/>
          </pc:sldLayoutMkLst>
        </pc:sldLayoutChg>
        <pc:sldLayoutChg chg="add del">
          <pc:chgData name="Jean-Yves Vuillequez" userId="e7fac481abea6bd0" providerId="LiveId" clId="{79E365E8-22BC-4EC2-9606-9A9AC6CD1D22}" dt="2026-01-16T10:47:03.962" v="33" actId="47"/>
          <pc:sldLayoutMkLst>
            <pc:docMk/>
            <pc:sldMasterMk cId="604091050" sldId="2147483660"/>
            <pc:sldLayoutMk cId="3934262042" sldId="2147483667"/>
          </pc:sldLayoutMkLst>
        </pc:sldLayoutChg>
        <pc:sldLayoutChg chg="add del">
          <pc:chgData name="Jean-Yves Vuillequez" userId="e7fac481abea6bd0" providerId="LiveId" clId="{79E365E8-22BC-4EC2-9606-9A9AC6CD1D22}" dt="2026-01-16T10:47:03.962" v="33" actId="47"/>
          <pc:sldLayoutMkLst>
            <pc:docMk/>
            <pc:sldMasterMk cId="604091050" sldId="2147483660"/>
            <pc:sldLayoutMk cId="1499876969" sldId="2147483668"/>
          </pc:sldLayoutMkLst>
        </pc:sldLayoutChg>
        <pc:sldLayoutChg chg="add del">
          <pc:chgData name="Jean-Yves Vuillequez" userId="e7fac481abea6bd0" providerId="LiveId" clId="{79E365E8-22BC-4EC2-9606-9A9AC6CD1D22}" dt="2026-01-16T10:47:03.962" v="33" actId="47"/>
          <pc:sldLayoutMkLst>
            <pc:docMk/>
            <pc:sldMasterMk cId="604091050" sldId="2147483660"/>
            <pc:sldLayoutMk cId="3012943028" sldId="2147483669"/>
          </pc:sldLayoutMkLst>
        </pc:sldLayoutChg>
        <pc:sldLayoutChg chg="add del">
          <pc:chgData name="Jean-Yves Vuillequez" userId="e7fac481abea6bd0" providerId="LiveId" clId="{79E365E8-22BC-4EC2-9606-9A9AC6CD1D22}" dt="2026-01-16T10:47:03.962" v="33" actId="47"/>
          <pc:sldLayoutMkLst>
            <pc:docMk/>
            <pc:sldMasterMk cId="604091050" sldId="2147483660"/>
            <pc:sldLayoutMk cId="4176234486" sldId="2147483670"/>
          </pc:sldLayoutMkLst>
        </pc:sldLayoutChg>
        <pc:sldLayoutChg chg="add del">
          <pc:chgData name="Jean-Yves Vuillequez" userId="e7fac481abea6bd0" providerId="LiveId" clId="{79E365E8-22BC-4EC2-9606-9A9AC6CD1D22}" dt="2026-01-16T10:47:03.962" v="33" actId="47"/>
          <pc:sldLayoutMkLst>
            <pc:docMk/>
            <pc:sldMasterMk cId="604091050" sldId="2147483660"/>
            <pc:sldLayoutMk cId="3598435996" sldId="2147483671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77af7a6af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77af7a6af_0_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>
          <a:extLst>
            <a:ext uri="{FF2B5EF4-FFF2-40B4-BE49-F238E27FC236}">
              <a16:creationId xmlns:a16="http://schemas.microsoft.com/office/drawing/2014/main" id="{6F4A9204-4F8C-AB50-C784-FD1FE169EF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>
            <a:extLst>
              <a:ext uri="{FF2B5EF4-FFF2-40B4-BE49-F238E27FC236}">
                <a16:creationId xmlns:a16="http://schemas.microsoft.com/office/drawing/2014/main" id="{B0C653C8-88B1-FDF4-2018-290B6314173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>
            <a:extLst>
              <a:ext uri="{FF2B5EF4-FFF2-40B4-BE49-F238E27FC236}">
                <a16:creationId xmlns:a16="http://schemas.microsoft.com/office/drawing/2014/main" id="{B475399C-F1DA-EF1B-A691-7CF35285A4B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27953637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>
          <a:extLst>
            <a:ext uri="{FF2B5EF4-FFF2-40B4-BE49-F238E27FC236}">
              <a16:creationId xmlns:a16="http://schemas.microsoft.com/office/drawing/2014/main" id="{5B75344D-F7CD-016D-F79A-BDEFE07339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>
            <a:extLst>
              <a:ext uri="{FF2B5EF4-FFF2-40B4-BE49-F238E27FC236}">
                <a16:creationId xmlns:a16="http://schemas.microsoft.com/office/drawing/2014/main" id="{041B43CB-AB4E-C4E0-3727-BA803BD86D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>
            <a:extLst>
              <a:ext uri="{FF2B5EF4-FFF2-40B4-BE49-F238E27FC236}">
                <a16:creationId xmlns:a16="http://schemas.microsoft.com/office/drawing/2014/main" id="{469B1555-0994-32EC-2CFA-5577BD0F937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15895074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>
          <a:extLst>
            <a:ext uri="{FF2B5EF4-FFF2-40B4-BE49-F238E27FC236}">
              <a16:creationId xmlns:a16="http://schemas.microsoft.com/office/drawing/2014/main" id="{E4E62ADC-7B1D-A816-1897-18A7BE7259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>
            <a:extLst>
              <a:ext uri="{FF2B5EF4-FFF2-40B4-BE49-F238E27FC236}">
                <a16:creationId xmlns:a16="http://schemas.microsoft.com/office/drawing/2014/main" id="{02887301-7912-9B97-83FB-BD8C384087C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>
            <a:extLst>
              <a:ext uri="{FF2B5EF4-FFF2-40B4-BE49-F238E27FC236}">
                <a16:creationId xmlns:a16="http://schemas.microsoft.com/office/drawing/2014/main" id="{02D1BF4C-7B81-9EAB-E521-F107780359B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3141035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>
          <a:extLst>
            <a:ext uri="{FF2B5EF4-FFF2-40B4-BE49-F238E27FC236}">
              <a16:creationId xmlns:a16="http://schemas.microsoft.com/office/drawing/2014/main" id="{49CD334E-186A-AA4B-3EED-5B83BA34D5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>
            <a:extLst>
              <a:ext uri="{FF2B5EF4-FFF2-40B4-BE49-F238E27FC236}">
                <a16:creationId xmlns:a16="http://schemas.microsoft.com/office/drawing/2014/main" id="{AF48771D-F15B-CAAD-EBF0-EBA48FE1533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>
            <a:extLst>
              <a:ext uri="{FF2B5EF4-FFF2-40B4-BE49-F238E27FC236}">
                <a16:creationId xmlns:a16="http://schemas.microsoft.com/office/drawing/2014/main" id="{10A238DB-CE64-C365-5E76-7F934EEFE69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12668367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5" name="Google Shape;185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1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11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6932844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1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1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6" name="Google Shape;16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285729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9" name="Google Shape;19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3853444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 and two 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1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14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96287021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25490267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6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16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82525285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17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93426204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8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18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18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18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49987696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9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1294302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20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20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17623448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984359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13.xml"/><Relationship Id="rId7" Type="http://schemas.openxmlformats.org/officeDocument/2006/relationships/slideLayout" Target="../slideLayouts/slideLayout17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1.xml"/><Relationship Id="rId6" Type="http://schemas.openxmlformats.org/officeDocument/2006/relationships/slideLayout" Target="../slideLayouts/slideLayout16.xml"/><Relationship Id="rId11" Type="http://schemas.openxmlformats.org/officeDocument/2006/relationships/slideLayout" Target="../slideLayouts/slideLayout21.xml"/><Relationship Id="rId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20.xml"/><Relationship Id="rId4" Type="http://schemas.openxmlformats.org/officeDocument/2006/relationships/slideLayout" Target="../slideLayouts/slideLayout14.xml"/><Relationship Id="rId9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604091050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FDAD2"/>
        </a:solid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735474" y="2182215"/>
            <a:ext cx="7411679" cy="61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40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Walmart sales </a:t>
            </a:r>
            <a:endParaRPr sz="4000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55" name="Google Shape;55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85550" y="2595750"/>
            <a:ext cx="3818450" cy="2547749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40550" y="787375"/>
            <a:ext cx="973275" cy="651050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3"/>
          <p:cNvSpPr txBox="1">
            <a:spLocks noGrp="1"/>
          </p:cNvSpPr>
          <p:nvPr>
            <p:ph type="ctrTitle"/>
          </p:nvPr>
        </p:nvSpPr>
        <p:spPr>
          <a:xfrm>
            <a:off x="735464" y="3010605"/>
            <a:ext cx="4364856" cy="533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2500" dirty="0" err="1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rPr>
              <a:t>Supervised</a:t>
            </a:r>
            <a:r>
              <a:rPr lang="fr-FR" sz="2500" dirty="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rPr>
              <a:t> Machine Learning</a:t>
            </a:r>
            <a:endParaRPr sz="2500" dirty="0">
              <a:solidFill>
                <a:schemeClr val="lt1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  <p:sp>
        <p:nvSpPr>
          <p:cNvPr id="2" name="Google Shape;57;p13">
            <a:extLst>
              <a:ext uri="{FF2B5EF4-FFF2-40B4-BE49-F238E27FC236}">
                <a16:creationId xmlns:a16="http://schemas.microsoft.com/office/drawing/2014/main" id="{57DEF025-3287-AC4F-B3FC-747B4D27CCFE}"/>
              </a:ext>
            </a:extLst>
          </p:cNvPr>
          <p:cNvSpPr txBox="1">
            <a:spLocks/>
          </p:cNvSpPr>
          <p:nvPr/>
        </p:nvSpPr>
        <p:spPr>
          <a:xfrm>
            <a:off x="735464" y="3693307"/>
            <a:ext cx="2716396" cy="278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/>
            <a:r>
              <a:rPr lang="fr-FR" sz="1200" b="1" dirty="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rPr>
              <a:t>Rédacteur : </a:t>
            </a:r>
            <a:r>
              <a:rPr lang="fr-FR" sz="1200" dirty="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rPr>
              <a:t>Jean-Yves Vuillequez</a:t>
            </a:r>
          </a:p>
        </p:txBody>
      </p:sp>
      <p:sp>
        <p:nvSpPr>
          <p:cNvPr id="3" name="Google Shape;54;p13">
            <a:extLst>
              <a:ext uri="{FF2B5EF4-FFF2-40B4-BE49-F238E27FC236}">
                <a16:creationId xmlns:a16="http://schemas.microsoft.com/office/drawing/2014/main" id="{124BAD35-7509-EAFD-F0C5-0C17E26060D0}"/>
              </a:ext>
            </a:extLst>
          </p:cNvPr>
          <p:cNvSpPr txBox="1">
            <a:spLocks/>
          </p:cNvSpPr>
          <p:nvPr/>
        </p:nvSpPr>
        <p:spPr>
          <a:xfrm>
            <a:off x="742247" y="1683667"/>
            <a:ext cx="7411679" cy="61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/>
            <a:r>
              <a:rPr lang="fr-FR" sz="1200" dirty="0"/>
              <a:t>RNCP35288 CDSD</a:t>
            </a:r>
            <a:r>
              <a:rPr lang="fr-FR" sz="12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703307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  <a:sym typeface="Inter SemiBold"/>
              </a:rPr>
              <a:t>Contexte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75" name="Google Shape;75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5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" name="Flèche : droite 1">
            <a:extLst>
              <a:ext uri="{FF2B5EF4-FFF2-40B4-BE49-F238E27FC236}">
                <a16:creationId xmlns:a16="http://schemas.microsoft.com/office/drawing/2014/main" id="{86EAA274-6C17-67CB-A10D-51EEF8179EBB}"/>
              </a:ext>
            </a:extLst>
          </p:cNvPr>
          <p:cNvSpPr/>
          <p:nvPr/>
        </p:nvSpPr>
        <p:spPr>
          <a:xfrm>
            <a:off x="617497" y="1132209"/>
            <a:ext cx="541478" cy="531410"/>
          </a:xfrm>
          <a:prstGeom prst="rightArrow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200"/>
          </a:p>
        </p:txBody>
      </p:sp>
      <p:sp>
        <p:nvSpPr>
          <p:cNvPr id="5" name="Google Shape;69;p3">
            <a:extLst>
              <a:ext uri="{FF2B5EF4-FFF2-40B4-BE49-F238E27FC236}">
                <a16:creationId xmlns:a16="http://schemas.microsoft.com/office/drawing/2014/main" id="{C9E79F0C-F757-C223-90A8-073753256F1C}"/>
              </a:ext>
            </a:extLst>
          </p:cNvPr>
          <p:cNvSpPr/>
          <p:nvPr/>
        </p:nvSpPr>
        <p:spPr>
          <a:xfrm>
            <a:off x="1260039" y="1129309"/>
            <a:ext cx="7200567" cy="86142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" name="Google Shape;73;p3">
            <a:extLst>
              <a:ext uri="{FF2B5EF4-FFF2-40B4-BE49-F238E27FC236}">
                <a16:creationId xmlns:a16="http://schemas.microsoft.com/office/drawing/2014/main" id="{243FF7A6-205C-44FD-4C04-67C8CD0DF557}"/>
              </a:ext>
            </a:extLst>
          </p:cNvPr>
          <p:cNvSpPr txBox="1">
            <a:spLocks/>
          </p:cNvSpPr>
          <p:nvPr/>
        </p:nvSpPr>
        <p:spPr>
          <a:xfrm>
            <a:off x="1260039" y="1182070"/>
            <a:ext cx="7200567" cy="3006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 indent="0">
              <a:buSzPct val="100000"/>
              <a:buNone/>
            </a:pPr>
            <a:r>
              <a:rPr lang="fr-FR" sz="1400" b="1" dirty="0"/>
              <a:t>Objectif : </a:t>
            </a:r>
            <a:r>
              <a:rPr lang="fr-FR" sz="1400" dirty="0"/>
              <a:t>prédire </a:t>
            </a:r>
            <a:r>
              <a:rPr lang="fr-FR" sz="1400" dirty="0" err="1"/>
              <a:t>Weekly_Sales</a:t>
            </a:r>
            <a:r>
              <a:rPr lang="fr-FR" sz="1400" dirty="0"/>
              <a:t> (par magasin / semaine) pour mieux planifier les stocks et opérations.</a:t>
            </a:r>
          </a:p>
        </p:txBody>
      </p:sp>
      <p:sp>
        <p:nvSpPr>
          <p:cNvPr id="72" name="Flèche : droite 71">
            <a:extLst>
              <a:ext uri="{FF2B5EF4-FFF2-40B4-BE49-F238E27FC236}">
                <a16:creationId xmlns:a16="http://schemas.microsoft.com/office/drawing/2014/main" id="{CC5A5943-95B8-9001-0CE5-5A0E7A057135}"/>
              </a:ext>
            </a:extLst>
          </p:cNvPr>
          <p:cNvSpPr/>
          <p:nvPr/>
        </p:nvSpPr>
        <p:spPr>
          <a:xfrm>
            <a:off x="617497" y="2150586"/>
            <a:ext cx="541478" cy="531410"/>
          </a:xfrm>
          <a:prstGeom prst="rightArrow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200"/>
          </a:p>
        </p:txBody>
      </p:sp>
      <p:sp>
        <p:nvSpPr>
          <p:cNvPr id="73" name="Google Shape;69;p3">
            <a:extLst>
              <a:ext uri="{FF2B5EF4-FFF2-40B4-BE49-F238E27FC236}">
                <a16:creationId xmlns:a16="http://schemas.microsoft.com/office/drawing/2014/main" id="{07A23F0B-B4FA-D663-D358-18B8117E674E}"/>
              </a:ext>
            </a:extLst>
          </p:cNvPr>
          <p:cNvSpPr/>
          <p:nvPr/>
        </p:nvSpPr>
        <p:spPr>
          <a:xfrm>
            <a:off x="1260039" y="2150586"/>
            <a:ext cx="7200567" cy="86142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" name="Google Shape;73;p3">
            <a:extLst>
              <a:ext uri="{FF2B5EF4-FFF2-40B4-BE49-F238E27FC236}">
                <a16:creationId xmlns:a16="http://schemas.microsoft.com/office/drawing/2014/main" id="{9DB93DE2-52AF-624C-2521-0CBC83F1DAEA}"/>
              </a:ext>
            </a:extLst>
          </p:cNvPr>
          <p:cNvSpPr txBox="1">
            <a:spLocks/>
          </p:cNvSpPr>
          <p:nvPr/>
        </p:nvSpPr>
        <p:spPr>
          <a:xfrm>
            <a:off x="1260039" y="2202470"/>
            <a:ext cx="7200567" cy="3006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 indent="0">
              <a:buSzPct val="100000"/>
              <a:buNone/>
            </a:pPr>
            <a:r>
              <a:rPr lang="fr-FR" sz="1400" b="1" dirty="0"/>
              <a:t>Données à disposition : </a:t>
            </a:r>
            <a:r>
              <a:rPr lang="fr-FR" sz="1400" dirty="0"/>
              <a:t>ventes + variables « externes » (température, fuel </a:t>
            </a:r>
            <a:r>
              <a:rPr lang="fr-FR" sz="1400" dirty="0" err="1"/>
              <a:t>price</a:t>
            </a:r>
            <a:r>
              <a:rPr lang="fr-FR" sz="1400" dirty="0"/>
              <a:t>, CPI, chômage) + </a:t>
            </a:r>
            <a:r>
              <a:rPr lang="fr-FR" sz="1400" dirty="0" err="1"/>
              <a:t>Holiday_Flag</a:t>
            </a:r>
            <a:r>
              <a:rPr lang="fr-FR" sz="1400" dirty="0"/>
              <a:t> + date</a:t>
            </a:r>
          </a:p>
        </p:txBody>
      </p:sp>
      <p:sp>
        <p:nvSpPr>
          <p:cNvPr id="81" name="Flèche : droite 80">
            <a:extLst>
              <a:ext uri="{FF2B5EF4-FFF2-40B4-BE49-F238E27FC236}">
                <a16:creationId xmlns:a16="http://schemas.microsoft.com/office/drawing/2014/main" id="{2DBE87AA-DC75-2572-80DE-102D18A13697}"/>
              </a:ext>
            </a:extLst>
          </p:cNvPr>
          <p:cNvSpPr/>
          <p:nvPr/>
        </p:nvSpPr>
        <p:spPr>
          <a:xfrm>
            <a:off x="617497" y="3178911"/>
            <a:ext cx="541478" cy="531410"/>
          </a:xfrm>
          <a:prstGeom prst="rightArrow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200"/>
          </a:p>
        </p:txBody>
      </p:sp>
      <p:sp>
        <p:nvSpPr>
          <p:cNvPr id="82" name="Google Shape;69;p3">
            <a:extLst>
              <a:ext uri="{FF2B5EF4-FFF2-40B4-BE49-F238E27FC236}">
                <a16:creationId xmlns:a16="http://schemas.microsoft.com/office/drawing/2014/main" id="{FC59DAA1-9B14-7026-9D1F-C0DD37590B10}"/>
              </a:ext>
            </a:extLst>
          </p:cNvPr>
          <p:cNvSpPr/>
          <p:nvPr/>
        </p:nvSpPr>
        <p:spPr>
          <a:xfrm>
            <a:off x="1260038" y="3200408"/>
            <a:ext cx="7200567" cy="14310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" name="Google Shape;73;p3">
            <a:extLst>
              <a:ext uri="{FF2B5EF4-FFF2-40B4-BE49-F238E27FC236}">
                <a16:creationId xmlns:a16="http://schemas.microsoft.com/office/drawing/2014/main" id="{F6AE8A9E-2414-9AB6-018C-C685CB23EAA8}"/>
              </a:ext>
            </a:extLst>
          </p:cNvPr>
          <p:cNvSpPr txBox="1">
            <a:spLocks/>
          </p:cNvSpPr>
          <p:nvPr/>
        </p:nvSpPr>
        <p:spPr>
          <a:xfrm>
            <a:off x="1260039" y="3247454"/>
            <a:ext cx="7200567" cy="3006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 indent="0">
              <a:buSzPct val="100000"/>
              <a:buNone/>
            </a:pPr>
            <a:r>
              <a:rPr lang="fr-FR" sz="1400" b="1" dirty="0"/>
              <a:t>Approche :</a:t>
            </a:r>
            <a:endParaRPr lang="fr-FR" sz="1400" dirty="0"/>
          </a:p>
        </p:txBody>
      </p:sp>
      <p:grpSp>
        <p:nvGrpSpPr>
          <p:cNvPr id="9" name="Groupe 8">
            <a:extLst>
              <a:ext uri="{FF2B5EF4-FFF2-40B4-BE49-F238E27FC236}">
                <a16:creationId xmlns:a16="http://schemas.microsoft.com/office/drawing/2014/main" id="{E2A99614-8874-B199-82B5-05C2082C22CF}"/>
              </a:ext>
            </a:extLst>
          </p:cNvPr>
          <p:cNvGrpSpPr/>
          <p:nvPr/>
        </p:nvGrpSpPr>
        <p:grpSpPr>
          <a:xfrm>
            <a:off x="1494907" y="3790514"/>
            <a:ext cx="6730827" cy="465898"/>
            <a:chOff x="5381622" y="5568400"/>
            <a:chExt cx="6730827" cy="465898"/>
          </a:xfrm>
        </p:grpSpPr>
        <p:sp>
          <p:nvSpPr>
            <p:cNvPr id="10" name="ZoneTexte 9">
              <a:extLst>
                <a:ext uri="{FF2B5EF4-FFF2-40B4-BE49-F238E27FC236}">
                  <a16:creationId xmlns:a16="http://schemas.microsoft.com/office/drawing/2014/main" id="{FC491CDF-3F34-BB39-0A82-0DAC007BD132}"/>
                </a:ext>
              </a:extLst>
            </p:cNvPr>
            <p:cNvSpPr txBox="1"/>
            <p:nvPr/>
          </p:nvSpPr>
          <p:spPr>
            <a:xfrm>
              <a:off x="5381622" y="5568400"/>
              <a:ext cx="1282700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E3449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sz="1200" dirty="0"/>
                <a:t>EDA </a:t>
              </a:r>
            </a:p>
            <a:p>
              <a:r>
                <a:rPr lang="fr-FR" sz="1200" dirty="0" err="1"/>
                <a:t>Preprocessing</a:t>
              </a:r>
              <a:endParaRPr lang="fr-FR" sz="1200" dirty="0"/>
            </a:p>
          </p:txBody>
        </p:sp>
        <p:sp>
          <p:nvSpPr>
            <p:cNvPr id="11" name="ZoneTexte 10">
              <a:extLst>
                <a:ext uri="{FF2B5EF4-FFF2-40B4-BE49-F238E27FC236}">
                  <a16:creationId xmlns:a16="http://schemas.microsoft.com/office/drawing/2014/main" id="{ACF1FAB6-8357-78A4-A151-F4B6A024E6A7}"/>
                </a:ext>
              </a:extLst>
            </p:cNvPr>
            <p:cNvSpPr txBox="1"/>
            <p:nvPr/>
          </p:nvSpPr>
          <p:spPr>
            <a:xfrm>
              <a:off x="7122583" y="5572633"/>
              <a:ext cx="1581150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E3449"/>
              </a:solidFill>
            </a:ln>
          </p:spPr>
          <p:txBody>
            <a:bodyPr wrap="square" rtlCol="0">
              <a:spAutoFit/>
            </a:bodyPr>
            <a:lstStyle/>
            <a:p>
              <a:pPr lvl="1">
                <a:spcBef>
                  <a:spcPts val="600"/>
                </a:spcBef>
                <a:buSzPct val="100000"/>
              </a:pPr>
              <a:r>
                <a:rPr lang="fr-FR" sz="1200" dirty="0"/>
                <a:t>Baseline (</a:t>
              </a:r>
              <a:r>
                <a:rPr lang="fr-FR" sz="1200" dirty="0" err="1"/>
                <a:t>regression</a:t>
              </a:r>
              <a:r>
                <a:rPr lang="fr-FR" sz="1200" dirty="0"/>
                <a:t> linéaire)</a:t>
              </a:r>
            </a:p>
          </p:txBody>
        </p:sp>
        <p:sp>
          <p:nvSpPr>
            <p:cNvPr id="16" name="ZoneTexte 15">
              <a:extLst>
                <a:ext uri="{FF2B5EF4-FFF2-40B4-BE49-F238E27FC236}">
                  <a16:creationId xmlns:a16="http://schemas.microsoft.com/office/drawing/2014/main" id="{08A772C8-4897-AF7E-F054-AC3177F094BA}"/>
                </a:ext>
              </a:extLst>
            </p:cNvPr>
            <p:cNvSpPr txBox="1"/>
            <p:nvPr/>
          </p:nvSpPr>
          <p:spPr>
            <a:xfrm>
              <a:off x="9097699" y="5568400"/>
              <a:ext cx="1310392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E3449"/>
              </a:solidFill>
            </a:ln>
          </p:spPr>
          <p:txBody>
            <a:bodyPr wrap="square" rtlCol="0">
              <a:spAutoFit/>
            </a:bodyPr>
            <a:lstStyle/>
            <a:p>
              <a:pPr>
                <a:spcBef>
                  <a:spcPts val="600"/>
                </a:spcBef>
                <a:buSzPct val="100000"/>
              </a:pPr>
              <a:r>
                <a:rPr lang="fr-FR" sz="1200" dirty="0"/>
                <a:t>Régularisation (Ridge/Lasso) </a:t>
              </a:r>
            </a:p>
          </p:txBody>
        </p:sp>
        <p:sp>
          <p:nvSpPr>
            <p:cNvPr id="18" name="ZoneTexte 17">
              <a:extLst>
                <a:ext uri="{FF2B5EF4-FFF2-40B4-BE49-F238E27FC236}">
                  <a16:creationId xmlns:a16="http://schemas.microsoft.com/office/drawing/2014/main" id="{FA098B4A-1246-37C3-6B4B-35E8AB31E9C9}"/>
                </a:ext>
              </a:extLst>
            </p:cNvPr>
            <p:cNvSpPr txBox="1"/>
            <p:nvPr/>
          </p:nvSpPr>
          <p:spPr>
            <a:xfrm>
              <a:off x="10802057" y="5568400"/>
              <a:ext cx="1310392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E3449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sz="1200" dirty="0"/>
                <a:t>Optimisation </a:t>
              </a:r>
            </a:p>
            <a:p>
              <a:r>
                <a:rPr lang="fr-FR" sz="1200" dirty="0"/>
                <a:t>(Date / </a:t>
              </a:r>
              <a:r>
                <a:rPr lang="fr-FR" sz="1200" dirty="0" err="1"/>
                <a:t>holiday</a:t>
              </a:r>
              <a:r>
                <a:rPr lang="fr-FR" sz="1200" dirty="0"/>
                <a:t>) </a:t>
              </a:r>
            </a:p>
          </p:txBody>
        </p:sp>
        <p:cxnSp>
          <p:nvCxnSpPr>
            <p:cNvPr id="19" name="Connecteur droit avec flèche 18">
              <a:extLst>
                <a:ext uri="{FF2B5EF4-FFF2-40B4-BE49-F238E27FC236}">
                  <a16:creationId xmlns:a16="http://schemas.microsoft.com/office/drawing/2014/main" id="{E7C378F0-540F-EE8C-5E65-A2634082EA39}"/>
                </a:ext>
              </a:extLst>
            </p:cNvPr>
            <p:cNvCxnSpPr>
              <a:cxnSpLocks/>
              <a:stCxn id="10" idx="3"/>
              <a:endCxn id="11" idx="1"/>
            </p:cNvCxnSpPr>
            <p:nvPr/>
          </p:nvCxnSpPr>
          <p:spPr>
            <a:xfrm>
              <a:off x="6664322" y="5799233"/>
              <a:ext cx="458261" cy="4233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eur droit avec flèche 19">
              <a:extLst>
                <a:ext uri="{FF2B5EF4-FFF2-40B4-BE49-F238E27FC236}">
                  <a16:creationId xmlns:a16="http://schemas.microsoft.com/office/drawing/2014/main" id="{D2131AD7-8C86-1B7B-D274-91FF7C6CFAD4}"/>
                </a:ext>
              </a:extLst>
            </p:cNvPr>
            <p:cNvCxnSpPr>
              <a:cxnSpLocks/>
              <a:stCxn id="11" idx="3"/>
              <a:endCxn id="16" idx="1"/>
            </p:cNvCxnSpPr>
            <p:nvPr/>
          </p:nvCxnSpPr>
          <p:spPr>
            <a:xfrm flipV="1">
              <a:off x="8703733" y="5799233"/>
              <a:ext cx="393966" cy="4233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eur droit avec flèche 20">
              <a:extLst>
                <a:ext uri="{FF2B5EF4-FFF2-40B4-BE49-F238E27FC236}">
                  <a16:creationId xmlns:a16="http://schemas.microsoft.com/office/drawing/2014/main" id="{2ED16C50-1AF6-F13B-C817-6FE324309705}"/>
                </a:ext>
              </a:extLst>
            </p:cNvPr>
            <p:cNvCxnSpPr>
              <a:cxnSpLocks/>
              <a:stCxn id="16" idx="3"/>
              <a:endCxn id="18" idx="1"/>
            </p:cNvCxnSpPr>
            <p:nvPr/>
          </p:nvCxnSpPr>
          <p:spPr>
            <a:xfrm>
              <a:off x="10408091" y="5799233"/>
              <a:ext cx="393966" cy="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>
          <a:extLst>
            <a:ext uri="{FF2B5EF4-FFF2-40B4-BE49-F238E27FC236}">
              <a16:creationId xmlns:a16="http://schemas.microsoft.com/office/drawing/2014/main" id="{5A80FB89-E2EB-CB3E-DCAA-321E5F28B0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F0826EF4-BD5C-8FF3-F987-33CC9D7D7599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  <a:sym typeface="Inter SemiBold"/>
              </a:rPr>
              <a:t>EDA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75" name="Google Shape;75;p15">
            <a:extLst>
              <a:ext uri="{FF2B5EF4-FFF2-40B4-BE49-F238E27FC236}">
                <a16:creationId xmlns:a16="http://schemas.microsoft.com/office/drawing/2014/main" id="{01906032-60DB-3828-8236-73CC3746FAD4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3AC44A95-D8B8-D0FE-2E8D-6BBF4F096E71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" name="Google Shape;69;p3">
            <a:extLst>
              <a:ext uri="{FF2B5EF4-FFF2-40B4-BE49-F238E27FC236}">
                <a16:creationId xmlns:a16="http://schemas.microsoft.com/office/drawing/2014/main" id="{918276D2-E6DF-25B7-DBF8-F68825179B1F}"/>
              </a:ext>
            </a:extLst>
          </p:cNvPr>
          <p:cNvSpPr/>
          <p:nvPr/>
        </p:nvSpPr>
        <p:spPr>
          <a:xfrm>
            <a:off x="311700" y="4172552"/>
            <a:ext cx="8686385" cy="65182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Google Shape;73;p3">
            <a:extLst>
              <a:ext uri="{FF2B5EF4-FFF2-40B4-BE49-F238E27FC236}">
                <a16:creationId xmlns:a16="http://schemas.microsoft.com/office/drawing/2014/main" id="{E68FD57D-A21D-4A1D-E5BC-A166AFD04983}"/>
              </a:ext>
            </a:extLst>
          </p:cNvPr>
          <p:cNvSpPr txBox="1">
            <a:spLocks/>
          </p:cNvSpPr>
          <p:nvPr/>
        </p:nvSpPr>
        <p:spPr>
          <a:xfrm>
            <a:off x="539752" y="4105972"/>
            <a:ext cx="8458333" cy="8140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lnSpc>
                <a:spcPct val="100000"/>
              </a:lnSpc>
              <a:spcBef>
                <a:spcPts val="300"/>
              </a:spcBef>
              <a:buSzPct val="100000"/>
            </a:pPr>
            <a:r>
              <a:rPr lang="fr-FR" sz="1000" b="1" dirty="0"/>
              <a:t>Ventes dans le temps : </a:t>
            </a:r>
            <a:r>
              <a:rPr lang="fr-FR" sz="1000" dirty="0"/>
              <a:t>présence de pics (événements / </a:t>
            </a:r>
            <a:r>
              <a:rPr lang="fr-FR" sz="1000" dirty="0" err="1"/>
              <a:t>holidays</a:t>
            </a:r>
            <a:r>
              <a:rPr lang="fr-FR" sz="1000" dirty="0"/>
              <a:t>) et une forte dynamique temporelle</a:t>
            </a:r>
          </a:p>
          <a:p>
            <a:pPr>
              <a:lnSpc>
                <a:spcPct val="100000"/>
              </a:lnSpc>
              <a:spcBef>
                <a:spcPts val="300"/>
              </a:spcBef>
              <a:buSzPct val="100000"/>
            </a:pPr>
            <a:r>
              <a:rPr lang="fr-FR" sz="1000" b="1" dirty="0"/>
              <a:t>Saisonnalité par mois : </a:t>
            </a:r>
            <a:r>
              <a:rPr lang="fr-FR" sz="1000" dirty="0"/>
              <a:t>certaines périodes (ex : fin d’année) ont des ventes structurellement plus hautes.</a:t>
            </a:r>
          </a:p>
          <a:p>
            <a:pPr>
              <a:lnSpc>
                <a:spcPct val="100000"/>
              </a:lnSpc>
              <a:spcBef>
                <a:spcPts val="300"/>
              </a:spcBef>
              <a:buSzPct val="100000"/>
            </a:pPr>
            <a:r>
              <a:rPr lang="fr-FR" sz="1000" b="1" dirty="0"/>
              <a:t>Ventes moyennes par Store (Top 10) : </a:t>
            </a:r>
            <a:r>
              <a:rPr lang="fr-FR" sz="1000" dirty="0"/>
              <a:t>hétérogénéité très forte entre magasins et un effet « Store » ultra dominant dans le modèle.</a:t>
            </a:r>
          </a:p>
        </p:txBody>
      </p:sp>
      <p:pic>
        <p:nvPicPr>
          <p:cNvPr id="9" name="Image 8" descr="Une image contenant texte, ligne, Polic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E4FE4112-761B-E46C-E2ED-D901343CD1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56" y="1035342"/>
            <a:ext cx="4363432" cy="1459940"/>
          </a:xfrm>
          <a:prstGeom prst="rect">
            <a:avLst/>
          </a:prstGeom>
          <a:ln>
            <a:solidFill>
              <a:srgbClr val="E4E9EB"/>
            </a:solidFill>
          </a:ln>
        </p:spPr>
      </p:pic>
      <p:pic>
        <p:nvPicPr>
          <p:cNvPr id="11" name="Image 10" descr="Une image contenant texte, capture d’écran, diagramme, ligne&#10;&#10;Le contenu généré par l’IA peut être incorrect.">
            <a:extLst>
              <a:ext uri="{FF2B5EF4-FFF2-40B4-BE49-F238E27FC236}">
                <a16:creationId xmlns:a16="http://schemas.microsoft.com/office/drawing/2014/main" id="{2D2E5588-BF32-35DF-6EF3-8B4C3B09AF2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35792" y="1035342"/>
            <a:ext cx="4541952" cy="1459940"/>
          </a:xfrm>
          <a:prstGeom prst="rect">
            <a:avLst/>
          </a:prstGeom>
          <a:ln>
            <a:solidFill>
              <a:srgbClr val="E4E9EB"/>
            </a:solidFill>
          </a:ln>
        </p:spPr>
      </p:pic>
      <p:pic>
        <p:nvPicPr>
          <p:cNvPr id="13" name="Image 12" descr="Une image contenant texte, capture d’écran, Police, Bleu électrique&#10;&#10;Le contenu généré par l’IA peut être incorrect.">
            <a:extLst>
              <a:ext uri="{FF2B5EF4-FFF2-40B4-BE49-F238E27FC236}">
                <a16:creationId xmlns:a16="http://schemas.microsoft.com/office/drawing/2014/main" id="{32704BFA-C581-04A6-D276-756B9859C1A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47268" y="2670683"/>
            <a:ext cx="4260496" cy="1404009"/>
          </a:xfrm>
          <a:prstGeom prst="rect">
            <a:avLst/>
          </a:prstGeom>
          <a:ln>
            <a:solidFill>
              <a:srgbClr val="E4E9EB"/>
            </a:solidFill>
          </a:ln>
        </p:spPr>
      </p:pic>
    </p:spTree>
    <p:extLst>
      <p:ext uri="{BB962C8B-B14F-4D97-AF65-F5344CB8AC3E}">
        <p14:creationId xmlns:p14="http://schemas.microsoft.com/office/powerpoint/2010/main" val="19498089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>
          <a:extLst>
            <a:ext uri="{FF2B5EF4-FFF2-40B4-BE49-F238E27FC236}">
              <a16:creationId xmlns:a16="http://schemas.microsoft.com/office/drawing/2014/main" id="{C0B79F5F-BA8A-4999-1D81-3AF0FF39F1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DF28081E-4100-19B0-5D66-6E64344E5A7F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7602086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  <a:sym typeface="Inter SemiBold"/>
              </a:rPr>
              <a:t>Métriques et protocole</a:t>
            </a:r>
            <a:b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  <a:sym typeface="Inter SemiBold"/>
              </a:rPr>
            </a:br>
            <a:r>
              <a:rPr lang="fr-FR" sz="1600" dirty="0">
                <a:solidFill>
                  <a:srgbClr val="0E3449"/>
                </a:solidFill>
                <a:latin typeface="Inter SemiBold"/>
                <a:ea typeface="Inter SemiBold"/>
                <a:sym typeface="Inter SemiBold"/>
              </a:rPr>
              <a:t>Critères d’évaluation du modèle de régression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75" name="Google Shape;75;p15">
            <a:extLst>
              <a:ext uri="{FF2B5EF4-FFF2-40B4-BE49-F238E27FC236}">
                <a16:creationId xmlns:a16="http://schemas.microsoft.com/office/drawing/2014/main" id="{D7E929D7-ABFF-8129-7E4C-60F7AB0EDA49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717F92D8-FDF7-E3AD-CCEB-3C12D879D5DF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" name="Flèche : droite 1">
            <a:extLst>
              <a:ext uri="{FF2B5EF4-FFF2-40B4-BE49-F238E27FC236}">
                <a16:creationId xmlns:a16="http://schemas.microsoft.com/office/drawing/2014/main" id="{DA0D21DE-5FC5-41D5-1100-2998D53E4409}"/>
              </a:ext>
            </a:extLst>
          </p:cNvPr>
          <p:cNvSpPr/>
          <p:nvPr/>
        </p:nvSpPr>
        <p:spPr>
          <a:xfrm>
            <a:off x="617497" y="1325110"/>
            <a:ext cx="541478" cy="531410"/>
          </a:xfrm>
          <a:prstGeom prst="rightArrow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200"/>
          </a:p>
        </p:txBody>
      </p:sp>
      <p:sp>
        <p:nvSpPr>
          <p:cNvPr id="5" name="Google Shape;69;p3">
            <a:extLst>
              <a:ext uri="{FF2B5EF4-FFF2-40B4-BE49-F238E27FC236}">
                <a16:creationId xmlns:a16="http://schemas.microsoft.com/office/drawing/2014/main" id="{94984F66-4CDD-54A8-8239-A2D75C6C5A9C}"/>
              </a:ext>
            </a:extLst>
          </p:cNvPr>
          <p:cNvSpPr/>
          <p:nvPr/>
        </p:nvSpPr>
        <p:spPr>
          <a:xfrm>
            <a:off x="1260039" y="1325110"/>
            <a:ext cx="7200567" cy="136094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" name="Google Shape;73;p3">
            <a:extLst>
              <a:ext uri="{FF2B5EF4-FFF2-40B4-BE49-F238E27FC236}">
                <a16:creationId xmlns:a16="http://schemas.microsoft.com/office/drawing/2014/main" id="{93C872CE-121A-B45D-34AA-6287E96C439E}"/>
              </a:ext>
            </a:extLst>
          </p:cNvPr>
          <p:cNvSpPr txBox="1">
            <a:spLocks/>
          </p:cNvSpPr>
          <p:nvPr/>
        </p:nvSpPr>
        <p:spPr>
          <a:xfrm>
            <a:off x="1260039" y="1374971"/>
            <a:ext cx="7200567" cy="3006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 indent="0">
              <a:buSzPct val="100000"/>
              <a:buNone/>
            </a:pPr>
            <a:r>
              <a:rPr lang="fr-FR" sz="1200" b="1" dirty="0"/>
              <a:t>Métriques choisies :</a:t>
            </a:r>
          </a:p>
          <a:p>
            <a:pPr>
              <a:spcBef>
                <a:spcPts val="300"/>
              </a:spcBef>
              <a:buSzPct val="100000"/>
            </a:pPr>
            <a:r>
              <a:rPr lang="fr-FR" sz="1200" b="1" dirty="0"/>
              <a:t>RMSE</a:t>
            </a:r>
            <a:r>
              <a:rPr lang="fr-FR" sz="1200" dirty="0"/>
              <a:t> - « Combien je me trompe, en unités métier ? » :  Mesure l’erreur moyenne </a:t>
            </a:r>
            <a:r>
              <a:rPr lang="fr-FR" sz="1200" b="1" dirty="0"/>
              <a:t>en unités de vente </a:t>
            </a:r>
            <a:r>
              <a:rPr lang="fr-FR" sz="1200" dirty="0"/>
              <a:t>(</a:t>
            </a:r>
            <a:r>
              <a:rPr lang="fr-FR" sz="1200" dirty="0" err="1"/>
              <a:t>target</a:t>
            </a:r>
            <a:r>
              <a:rPr lang="fr-FR" sz="1200" dirty="0"/>
              <a:t> : </a:t>
            </a:r>
            <a:r>
              <a:rPr lang="fr-FR" sz="1200" dirty="0" err="1"/>
              <a:t>Weekly_Sales</a:t>
            </a:r>
            <a:r>
              <a:rPr lang="fr-FR" sz="1200" dirty="0"/>
              <a:t>)</a:t>
            </a:r>
          </a:p>
          <a:p>
            <a:pPr>
              <a:spcBef>
                <a:spcPts val="300"/>
              </a:spcBef>
              <a:buSzPct val="100000"/>
            </a:pPr>
            <a:r>
              <a:rPr lang="fr-FR" sz="1200" b="1" dirty="0"/>
              <a:t>R²</a:t>
            </a:r>
            <a:r>
              <a:rPr lang="fr-FR" sz="1200" dirty="0"/>
              <a:t> - « Quelle part de la variabilité le modèle explique ? » : Mesure la </a:t>
            </a:r>
            <a:r>
              <a:rPr lang="fr-FR" sz="1200" b="1" dirty="0"/>
              <a:t>qualité d’explication du modèle</a:t>
            </a:r>
          </a:p>
        </p:txBody>
      </p:sp>
      <p:sp>
        <p:nvSpPr>
          <p:cNvPr id="7" name="Flèche : droite 6">
            <a:extLst>
              <a:ext uri="{FF2B5EF4-FFF2-40B4-BE49-F238E27FC236}">
                <a16:creationId xmlns:a16="http://schemas.microsoft.com/office/drawing/2014/main" id="{DFF6D287-5BE8-BB84-3F48-D2D08FBDAEFB}"/>
              </a:ext>
            </a:extLst>
          </p:cNvPr>
          <p:cNvSpPr/>
          <p:nvPr/>
        </p:nvSpPr>
        <p:spPr>
          <a:xfrm>
            <a:off x="617497" y="3088799"/>
            <a:ext cx="541478" cy="531410"/>
          </a:xfrm>
          <a:prstGeom prst="rightArrow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200"/>
          </a:p>
        </p:txBody>
      </p:sp>
      <p:sp>
        <p:nvSpPr>
          <p:cNvPr id="8" name="Google Shape;69;p3">
            <a:extLst>
              <a:ext uri="{FF2B5EF4-FFF2-40B4-BE49-F238E27FC236}">
                <a16:creationId xmlns:a16="http://schemas.microsoft.com/office/drawing/2014/main" id="{2E270FDB-1C95-4A69-4FF2-0CEB6BD071FB}"/>
              </a:ext>
            </a:extLst>
          </p:cNvPr>
          <p:cNvSpPr/>
          <p:nvPr/>
        </p:nvSpPr>
        <p:spPr>
          <a:xfrm>
            <a:off x="1260039" y="3088799"/>
            <a:ext cx="7200567" cy="120120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Google Shape;73;p3">
            <a:extLst>
              <a:ext uri="{FF2B5EF4-FFF2-40B4-BE49-F238E27FC236}">
                <a16:creationId xmlns:a16="http://schemas.microsoft.com/office/drawing/2014/main" id="{EA7416D4-65A3-F619-40B7-89C294F65077}"/>
              </a:ext>
            </a:extLst>
          </p:cNvPr>
          <p:cNvSpPr txBox="1">
            <a:spLocks/>
          </p:cNvSpPr>
          <p:nvPr/>
        </p:nvSpPr>
        <p:spPr>
          <a:xfrm>
            <a:off x="1260039" y="3138660"/>
            <a:ext cx="7200567" cy="3006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 indent="0">
              <a:buSzPct val="100000"/>
              <a:buNone/>
            </a:pPr>
            <a:r>
              <a:rPr lang="fr-FR" sz="1200" b="1" dirty="0"/>
              <a:t>Pourquoi ces métriques  :</a:t>
            </a:r>
          </a:p>
          <a:p>
            <a:pPr>
              <a:spcBef>
                <a:spcPts val="300"/>
              </a:spcBef>
              <a:buSzPct val="100000"/>
            </a:pPr>
            <a:r>
              <a:rPr lang="fr-FR" sz="1200" b="1" dirty="0"/>
              <a:t>RMSE : </a:t>
            </a:r>
            <a:r>
              <a:rPr lang="fr-FR" sz="1200" dirty="0"/>
              <a:t>pénalise les grosses erreurs </a:t>
            </a:r>
            <a:r>
              <a:rPr lang="fr-FR" sz="1200" dirty="0">
                <a:sym typeface="Wingdings" panose="05000000000000000000" pitchFamily="2" charset="2"/>
              </a:rPr>
              <a:t></a:t>
            </a:r>
            <a:r>
              <a:rPr lang="fr-FR" sz="1200" dirty="0"/>
              <a:t> important car les </a:t>
            </a:r>
            <a:r>
              <a:rPr lang="fr-FR" sz="1200" b="1" dirty="0"/>
              <a:t>pics de vente </a:t>
            </a:r>
            <a:r>
              <a:rPr lang="fr-FR" sz="1200" dirty="0"/>
              <a:t>coûtent cher si mal anticipés.</a:t>
            </a:r>
          </a:p>
          <a:p>
            <a:pPr>
              <a:spcBef>
                <a:spcPts val="300"/>
              </a:spcBef>
              <a:buSzPct val="100000"/>
            </a:pPr>
            <a:r>
              <a:rPr lang="fr-FR" sz="1200" b="1" dirty="0"/>
              <a:t>R² : </a:t>
            </a:r>
            <a:r>
              <a:rPr lang="fr-FR" sz="1200" dirty="0"/>
              <a:t>permet de dire si le modèle capte le signal au-delà d’une simple moyenne.</a:t>
            </a:r>
          </a:p>
        </p:txBody>
      </p:sp>
    </p:spTree>
    <p:extLst>
      <p:ext uri="{BB962C8B-B14F-4D97-AF65-F5344CB8AC3E}">
        <p14:creationId xmlns:p14="http://schemas.microsoft.com/office/powerpoint/2010/main" val="3500963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>
          <a:extLst>
            <a:ext uri="{FF2B5EF4-FFF2-40B4-BE49-F238E27FC236}">
              <a16:creationId xmlns:a16="http://schemas.microsoft.com/office/drawing/2014/main" id="{26A6BDB0-C2F6-6468-6F53-B991387208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3E1FE9AF-F8BF-6D41-7238-1CD8C87E5960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7602086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  <a:sym typeface="Inter SemiBold"/>
              </a:rPr>
              <a:t>Résultats et optimisations 1/2</a:t>
            </a:r>
            <a:b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  <a:sym typeface="Inter SemiBold"/>
              </a:rPr>
            </a:br>
            <a:r>
              <a:rPr lang="fr-FR" sz="1600" dirty="0">
                <a:solidFill>
                  <a:srgbClr val="0E3449"/>
                </a:solidFill>
                <a:latin typeface="Inter SemiBold"/>
                <a:ea typeface="Inter SemiBold"/>
                <a:sym typeface="Inter SemiBold"/>
              </a:rPr>
              <a:t>Baseline vs Ridge/Lasso : amélioration de la généralisation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75" name="Google Shape;75;p15">
            <a:extLst>
              <a:ext uri="{FF2B5EF4-FFF2-40B4-BE49-F238E27FC236}">
                <a16:creationId xmlns:a16="http://schemas.microsoft.com/office/drawing/2014/main" id="{DE848E16-CEF6-6B6A-B09B-C7266415DF55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1D08589E-C285-3938-9205-119139A24000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graphicFrame>
        <p:nvGraphicFramePr>
          <p:cNvPr id="3" name="Tableau 2">
            <a:extLst>
              <a:ext uri="{FF2B5EF4-FFF2-40B4-BE49-F238E27FC236}">
                <a16:creationId xmlns:a16="http://schemas.microsoft.com/office/drawing/2014/main" id="{8413E2CF-464F-F5E1-341F-3D8E5281BB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7803814"/>
              </p:ext>
            </p:extLst>
          </p:nvPr>
        </p:nvGraphicFramePr>
        <p:xfrm>
          <a:off x="463375" y="1594329"/>
          <a:ext cx="8039101" cy="13249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9325">
                  <a:extLst>
                    <a:ext uri="{9D8B030D-6E8A-4147-A177-3AD203B41FA5}">
                      <a16:colId xmlns:a16="http://schemas.microsoft.com/office/drawing/2014/main" val="467522551"/>
                    </a:ext>
                  </a:extLst>
                </a:gridCol>
                <a:gridCol w="958850">
                  <a:extLst>
                    <a:ext uri="{9D8B030D-6E8A-4147-A177-3AD203B41FA5}">
                      <a16:colId xmlns:a16="http://schemas.microsoft.com/office/drawing/2014/main" val="4215255045"/>
                    </a:ext>
                  </a:extLst>
                </a:gridCol>
                <a:gridCol w="1085850">
                  <a:extLst>
                    <a:ext uri="{9D8B030D-6E8A-4147-A177-3AD203B41FA5}">
                      <a16:colId xmlns:a16="http://schemas.microsoft.com/office/drawing/2014/main" val="378134031"/>
                    </a:ext>
                  </a:extLst>
                </a:gridCol>
                <a:gridCol w="1003300">
                  <a:extLst>
                    <a:ext uri="{9D8B030D-6E8A-4147-A177-3AD203B41FA5}">
                      <a16:colId xmlns:a16="http://schemas.microsoft.com/office/drawing/2014/main" val="478246532"/>
                    </a:ext>
                  </a:extLst>
                </a:gridCol>
                <a:gridCol w="920750">
                  <a:extLst>
                    <a:ext uri="{9D8B030D-6E8A-4147-A177-3AD203B41FA5}">
                      <a16:colId xmlns:a16="http://schemas.microsoft.com/office/drawing/2014/main" val="1955977169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2987507956"/>
                    </a:ext>
                  </a:extLst>
                </a:gridCol>
                <a:gridCol w="2362026">
                  <a:extLst>
                    <a:ext uri="{9D8B030D-6E8A-4147-A177-3AD203B41FA5}">
                      <a16:colId xmlns:a16="http://schemas.microsoft.com/office/drawing/2014/main" val="2569764412"/>
                    </a:ext>
                  </a:extLst>
                </a:gridCol>
              </a:tblGrid>
              <a:tr h="347686">
                <a:tc>
                  <a:txBody>
                    <a:bodyPr/>
                    <a:lstStyle/>
                    <a:p>
                      <a:r>
                        <a:rPr lang="fr-FR" sz="1200" dirty="0"/>
                        <a:t>Modèle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200" dirty="0"/>
                        <a:t>Alpha </a:t>
                      </a:r>
                      <a:r>
                        <a:rPr lang="fr-FR" sz="1050" dirty="0"/>
                        <a:t>(si applicable)</a:t>
                      </a:r>
                      <a:endParaRPr lang="fr-F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1200" dirty="0"/>
                        <a:t>RMSE train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200" dirty="0"/>
                        <a:t>RMSE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200" dirty="0"/>
                        <a:t>R² train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1200" dirty="0"/>
                        <a:t>R²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1200" dirty="0"/>
                        <a:t>Diagnostic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934860"/>
                  </a:ext>
                </a:extLst>
              </a:tr>
              <a:tr h="2968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dirty="0"/>
                        <a:t>Baseline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fr-FR" sz="1200"/>
                        <a:t>-</a:t>
                      </a:r>
                      <a:endParaRPr lang="fr-F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fr-FR" sz="1200" dirty="0"/>
                        <a:t>66,360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fr-FR" sz="1200" dirty="0"/>
                        <a:t>182,176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fr-FR" sz="1200" dirty="0"/>
                        <a:t>0.990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fr-FR" sz="1200" dirty="0"/>
                        <a:t>0.900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fr-FR" sz="1200" b="0" dirty="0" err="1"/>
                        <a:t>Overfitting</a:t>
                      </a:r>
                      <a:endParaRPr lang="fr-FR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80403079"/>
                  </a:ext>
                </a:extLst>
              </a:tr>
              <a:tr h="296855">
                <a:tc>
                  <a:txBody>
                    <a:bodyPr/>
                    <a:lstStyle/>
                    <a:p>
                      <a:r>
                        <a:rPr lang="fr-FR" sz="1200" b="1" dirty="0"/>
                        <a:t>Ridge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fr-FR" sz="1200" b="1" dirty="0"/>
                        <a:t>0.00546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fr-FR" sz="1200" b="1" dirty="0"/>
                        <a:t>70,891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fr-FR" sz="1200" b="1" dirty="0"/>
                        <a:t>150,862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fr-FR" sz="1200" b="1" dirty="0"/>
                        <a:t>0.989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fr-FR" sz="1200" b="1" dirty="0"/>
                        <a:t>0.931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fr-FR" sz="1200" b="1" dirty="0">
                          <a:solidFill>
                            <a:schemeClr val="tx1"/>
                          </a:solidFill>
                        </a:rPr>
                        <a:t>Meilleure généralisation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38539637"/>
                  </a:ext>
                </a:extLst>
              </a:tr>
              <a:tr h="296855">
                <a:tc>
                  <a:txBody>
                    <a:bodyPr/>
                    <a:lstStyle/>
                    <a:p>
                      <a:r>
                        <a:rPr lang="fr-FR" sz="1200" dirty="0"/>
                        <a:t>Lasso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fr-FR" sz="1200" dirty="0"/>
                        <a:t>48.329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fr-FR" sz="1200" dirty="0"/>
                        <a:t>69,878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fr-FR" sz="1200" dirty="0"/>
                        <a:t>152,926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fr-FR" sz="1200" dirty="0"/>
                        <a:t>0.989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fr-FR" sz="1200" dirty="0"/>
                        <a:t>0.929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fr-FR" sz="1200" b="0" dirty="0"/>
                        <a:t>Bonne généralisation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34715631"/>
                  </a:ext>
                </a:extLst>
              </a:tr>
            </a:tbl>
          </a:graphicData>
        </a:graphic>
      </p:graphicFrame>
      <p:sp>
        <p:nvSpPr>
          <p:cNvPr id="11" name="Google Shape;73;p3">
            <a:extLst>
              <a:ext uri="{FF2B5EF4-FFF2-40B4-BE49-F238E27FC236}">
                <a16:creationId xmlns:a16="http://schemas.microsoft.com/office/drawing/2014/main" id="{CCAFC56B-0391-D0D0-91A1-80E39855DACA}"/>
              </a:ext>
            </a:extLst>
          </p:cNvPr>
          <p:cNvSpPr txBox="1">
            <a:spLocks/>
          </p:cNvSpPr>
          <p:nvPr/>
        </p:nvSpPr>
        <p:spPr>
          <a:xfrm>
            <a:off x="288489" y="1230504"/>
            <a:ext cx="7200567" cy="3006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 indent="0">
              <a:buSzPct val="100000"/>
              <a:buNone/>
            </a:pPr>
            <a:r>
              <a:rPr lang="fr-FR" sz="1400" b="1" dirty="0"/>
              <a:t>Pipeline </a:t>
            </a:r>
            <a:r>
              <a:rPr lang="fr-FR" sz="1400" dirty="0"/>
              <a:t>: imputer + </a:t>
            </a:r>
            <a:r>
              <a:rPr lang="fr-FR" sz="1400" dirty="0" err="1"/>
              <a:t>scaler</a:t>
            </a:r>
            <a:r>
              <a:rPr lang="fr-FR" sz="1400" dirty="0"/>
              <a:t> + </a:t>
            </a:r>
            <a:r>
              <a:rPr lang="fr-FR" sz="1400" dirty="0" err="1"/>
              <a:t>one-hot</a:t>
            </a:r>
            <a:r>
              <a:rPr lang="fr-FR" sz="1400" dirty="0"/>
              <a:t> + modèle</a:t>
            </a:r>
            <a:endParaRPr lang="fr-FR" sz="1400" dirty="0">
              <a:solidFill>
                <a:srgbClr val="0E3449"/>
              </a:solidFill>
            </a:endParaRPr>
          </a:p>
        </p:txBody>
      </p:sp>
      <p:graphicFrame>
        <p:nvGraphicFramePr>
          <p:cNvPr id="12" name="Tableau 11">
            <a:extLst>
              <a:ext uri="{FF2B5EF4-FFF2-40B4-BE49-F238E27FC236}">
                <a16:creationId xmlns:a16="http://schemas.microsoft.com/office/drawing/2014/main" id="{96E9CAC1-4227-BB56-BF25-F3E8680718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7466122"/>
              </p:ext>
            </p:extLst>
          </p:nvPr>
        </p:nvGraphicFramePr>
        <p:xfrm>
          <a:off x="463375" y="3612330"/>
          <a:ext cx="8039101" cy="8318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9325">
                  <a:extLst>
                    <a:ext uri="{9D8B030D-6E8A-4147-A177-3AD203B41FA5}">
                      <a16:colId xmlns:a16="http://schemas.microsoft.com/office/drawing/2014/main" val="467522551"/>
                    </a:ext>
                  </a:extLst>
                </a:gridCol>
                <a:gridCol w="958850">
                  <a:extLst>
                    <a:ext uri="{9D8B030D-6E8A-4147-A177-3AD203B41FA5}">
                      <a16:colId xmlns:a16="http://schemas.microsoft.com/office/drawing/2014/main" val="4215255045"/>
                    </a:ext>
                  </a:extLst>
                </a:gridCol>
                <a:gridCol w="1085850">
                  <a:extLst>
                    <a:ext uri="{9D8B030D-6E8A-4147-A177-3AD203B41FA5}">
                      <a16:colId xmlns:a16="http://schemas.microsoft.com/office/drawing/2014/main" val="378134031"/>
                    </a:ext>
                  </a:extLst>
                </a:gridCol>
                <a:gridCol w="1003300">
                  <a:extLst>
                    <a:ext uri="{9D8B030D-6E8A-4147-A177-3AD203B41FA5}">
                      <a16:colId xmlns:a16="http://schemas.microsoft.com/office/drawing/2014/main" val="478246532"/>
                    </a:ext>
                  </a:extLst>
                </a:gridCol>
                <a:gridCol w="920750">
                  <a:extLst>
                    <a:ext uri="{9D8B030D-6E8A-4147-A177-3AD203B41FA5}">
                      <a16:colId xmlns:a16="http://schemas.microsoft.com/office/drawing/2014/main" val="1955977169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2987507956"/>
                    </a:ext>
                  </a:extLst>
                </a:gridCol>
                <a:gridCol w="2362026">
                  <a:extLst>
                    <a:ext uri="{9D8B030D-6E8A-4147-A177-3AD203B41FA5}">
                      <a16:colId xmlns:a16="http://schemas.microsoft.com/office/drawing/2014/main" val="2569764412"/>
                    </a:ext>
                  </a:extLst>
                </a:gridCol>
              </a:tblGrid>
              <a:tr h="413285">
                <a:tc>
                  <a:txBody>
                    <a:bodyPr/>
                    <a:lstStyle/>
                    <a:p>
                      <a:r>
                        <a:rPr lang="fr-FR" sz="1200" dirty="0"/>
                        <a:t>Modèle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200" dirty="0"/>
                        <a:t>Alpha </a:t>
                      </a:r>
                      <a:r>
                        <a:rPr lang="fr-FR" sz="1050" dirty="0"/>
                        <a:t>(si applicable)</a:t>
                      </a:r>
                      <a:endParaRPr lang="fr-F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1200" dirty="0"/>
                        <a:t>RMSE train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200" dirty="0"/>
                        <a:t>RMSE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200" dirty="0"/>
                        <a:t>R² train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1200" dirty="0"/>
                        <a:t>R²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1200" dirty="0"/>
                        <a:t>Diagnostic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934860"/>
                  </a:ext>
                </a:extLst>
              </a:tr>
              <a:tr h="397488">
                <a:tc>
                  <a:txBody>
                    <a:bodyPr/>
                    <a:lstStyle/>
                    <a:p>
                      <a:r>
                        <a:rPr lang="fr-FR" sz="1200" dirty="0"/>
                        <a:t>Ridge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fr-FR" sz="1200" dirty="0"/>
                        <a:t>0.06951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fr-FR" sz="1200" dirty="0"/>
                        <a:t>79,496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fr-FR" sz="1200" dirty="0"/>
                        <a:t>138,791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fr-FR" sz="1200" dirty="0"/>
                        <a:t>0.985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fr-FR" sz="1200" dirty="0"/>
                        <a:t>0.953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fr-FR" sz="1200" b="1" dirty="0">
                          <a:solidFill>
                            <a:schemeClr val="tx1"/>
                          </a:solidFill>
                        </a:rPr>
                        <a:t>Meilleure généralisation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38539637"/>
                  </a:ext>
                </a:extLst>
              </a:tr>
            </a:tbl>
          </a:graphicData>
        </a:graphic>
      </p:graphicFrame>
      <p:sp>
        <p:nvSpPr>
          <p:cNvPr id="13" name="Google Shape;73;p3">
            <a:extLst>
              <a:ext uri="{FF2B5EF4-FFF2-40B4-BE49-F238E27FC236}">
                <a16:creationId xmlns:a16="http://schemas.microsoft.com/office/drawing/2014/main" id="{E19003E3-280F-7E0C-2560-B968F183C4B3}"/>
              </a:ext>
            </a:extLst>
          </p:cNvPr>
          <p:cNvSpPr txBox="1">
            <a:spLocks/>
          </p:cNvSpPr>
          <p:nvPr/>
        </p:nvSpPr>
        <p:spPr>
          <a:xfrm>
            <a:off x="288489" y="3248505"/>
            <a:ext cx="7200567" cy="3006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 indent="0">
              <a:buSzPct val="100000"/>
              <a:buNone/>
            </a:pPr>
            <a:r>
              <a:rPr lang="fr-FR" sz="1400" b="1" dirty="0">
                <a:solidFill>
                  <a:srgbClr val="0E3449"/>
                </a:solidFill>
              </a:rPr>
              <a:t>Avec optimisation : </a:t>
            </a:r>
            <a:r>
              <a:rPr lang="fr-FR" sz="1400" dirty="0"/>
              <a:t>Pipeline + optimisation date et </a:t>
            </a:r>
            <a:r>
              <a:rPr lang="fr-FR" sz="1400" dirty="0" err="1"/>
              <a:t>holyday</a:t>
            </a:r>
            <a:endParaRPr lang="fr-FR" sz="1400" dirty="0">
              <a:solidFill>
                <a:srgbClr val="0E344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666434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>
          <a:extLst>
            <a:ext uri="{FF2B5EF4-FFF2-40B4-BE49-F238E27FC236}">
              <a16:creationId xmlns:a16="http://schemas.microsoft.com/office/drawing/2014/main" id="{B899E54F-3D72-A942-0CAC-3F8262FBF7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56021F2B-93DF-FD38-C57E-1902CCDF64EA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7602086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  <a:sym typeface="Inter SemiBold"/>
              </a:rPr>
              <a:t>Résultats et optimisations 2/2</a:t>
            </a:r>
            <a:b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  <a:sym typeface="Inter SemiBold"/>
              </a:rPr>
            </a:br>
            <a:r>
              <a:rPr lang="fr-FR" sz="1600" dirty="0">
                <a:solidFill>
                  <a:srgbClr val="0E3449"/>
                </a:solidFill>
                <a:latin typeface="Inter SemiBold"/>
                <a:ea typeface="Inter SemiBold"/>
                <a:sym typeface="Inter SemiBold"/>
              </a:rPr>
              <a:t>Interprétation des résultats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75" name="Google Shape;75;p15">
            <a:extLst>
              <a:ext uri="{FF2B5EF4-FFF2-40B4-BE49-F238E27FC236}">
                <a16:creationId xmlns:a16="http://schemas.microsoft.com/office/drawing/2014/main" id="{6F65FBF0-8694-1FE7-E24E-776E69EF9375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66707D70-ED10-A286-58C0-CBB9C6AD0692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" name="Flèche : droite 1">
            <a:extLst>
              <a:ext uri="{FF2B5EF4-FFF2-40B4-BE49-F238E27FC236}">
                <a16:creationId xmlns:a16="http://schemas.microsoft.com/office/drawing/2014/main" id="{17009B12-4EC9-5F59-DC67-225ECF7BC8E2}"/>
              </a:ext>
            </a:extLst>
          </p:cNvPr>
          <p:cNvSpPr/>
          <p:nvPr/>
        </p:nvSpPr>
        <p:spPr>
          <a:xfrm>
            <a:off x="617497" y="1486484"/>
            <a:ext cx="541478" cy="531410"/>
          </a:xfrm>
          <a:prstGeom prst="rightArrow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200"/>
          </a:p>
        </p:txBody>
      </p:sp>
      <p:sp>
        <p:nvSpPr>
          <p:cNvPr id="4" name="Google Shape;69;p3">
            <a:extLst>
              <a:ext uri="{FF2B5EF4-FFF2-40B4-BE49-F238E27FC236}">
                <a16:creationId xmlns:a16="http://schemas.microsoft.com/office/drawing/2014/main" id="{57062E18-7351-D315-29D8-674A50203B50}"/>
              </a:ext>
            </a:extLst>
          </p:cNvPr>
          <p:cNvSpPr/>
          <p:nvPr/>
        </p:nvSpPr>
        <p:spPr>
          <a:xfrm>
            <a:off x="1260039" y="1486484"/>
            <a:ext cx="7200567" cy="263822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73;p3">
            <a:extLst>
              <a:ext uri="{FF2B5EF4-FFF2-40B4-BE49-F238E27FC236}">
                <a16:creationId xmlns:a16="http://schemas.microsoft.com/office/drawing/2014/main" id="{E2439F06-EB13-161E-6539-257A6225238F}"/>
              </a:ext>
            </a:extLst>
          </p:cNvPr>
          <p:cNvSpPr txBox="1">
            <a:spLocks/>
          </p:cNvSpPr>
          <p:nvPr/>
        </p:nvSpPr>
        <p:spPr>
          <a:xfrm>
            <a:off x="1260039" y="1536345"/>
            <a:ext cx="7200567" cy="2638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spcBef>
                <a:spcPts val="300"/>
              </a:spcBef>
              <a:buSzPct val="100000"/>
            </a:pPr>
            <a:r>
              <a:rPr lang="fr-FR" sz="1200" b="1" dirty="0"/>
              <a:t>Baseline : </a:t>
            </a:r>
            <a:r>
              <a:rPr lang="fr-FR" sz="1200" dirty="0"/>
              <a:t>L’écart entre train et test est très prononcé (RMSE 66k / 182k). Il y’a un surapprentissage et une généralisation faible.</a:t>
            </a:r>
          </a:p>
          <a:p>
            <a:pPr>
              <a:spcBef>
                <a:spcPts val="300"/>
              </a:spcBef>
              <a:buSzPct val="100000"/>
            </a:pPr>
            <a:endParaRPr lang="fr-FR" sz="1200" dirty="0"/>
          </a:p>
          <a:p>
            <a:pPr>
              <a:spcBef>
                <a:spcPts val="300"/>
              </a:spcBef>
              <a:buSzPct val="100000"/>
            </a:pPr>
            <a:r>
              <a:rPr lang="fr-FR" sz="1200" b="1" dirty="0"/>
              <a:t>Ridge / Lasso : </a:t>
            </a:r>
            <a:r>
              <a:rPr lang="fr-FR" sz="1200" dirty="0"/>
              <a:t>Le RMSE test est en baisse (151 pour Ridge et 153k pour Lasso) et le R² test sur Ridge est positionné à 0.93. Le modèle plus stable et gagne en robustesse sur des données non vues.</a:t>
            </a:r>
          </a:p>
          <a:p>
            <a:pPr>
              <a:spcBef>
                <a:spcPts val="300"/>
              </a:spcBef>
              <a:buSzPct val="100000"/>
            </a:pPr>
            <a:endParaRPr lang="fr-FR" sz="1200" dirty="0"/>
          </a:p>
          <a:p>
            <a:pPr>
              <a:spcBef>
                <a:spcPts val="300"/>
              </a:spcBef>
              <a:buSzPct val="100000"/>
            </a:pPr>
            <a:r>
              <a:rPr lang="fr-FR" sz="1200" b="1" dirty="0"/>
              <a:t>Avec optimisation des </a:t>
            </a:r>
            <a:r>
              <a:rPr lang="fr-FR" sz="1200" b="1" dirty="0" err="1"/>
              <a:t>features</a:t>
            </a:r>
            <a:r>
              <a:rPr lang="fr-FR" sz="1200" b="1" dirty="0"/>
              <a:t> date + “</a:t>
            </a:r>
            <a:r>
              <a:rPr lang="fr-FR" sz="1200" b="1" dirty="0" err="1"/>
              <a:t>holiday</a:t>
            </a:r>
            <a:r>
              <a:rPr lang="fr-FR" sz="1200" b="1" dirty="0"/>
              <a:t>” : </a:t>
            </a:r>
            <a:r>
              <a:rPr lang="fr-FR" sz="1200" dirty="0"/>
              <a:t>Ridge descend à 139k de RMSE test et monte à 0.95 de R². Il s’agit du meilleur compromis performance/stabilité avec une amélioration de la prédiction.</a:t>
            </a:r>
          </a:p>
        </p:txBody>
      </p:sp>
    </p:spTree>
    <p:extLst>
      <p:ext uri="{BB962C8B-B14F-4D97-AF65-F5344CB8AC3E}">
        <p14:creationId xmlns:p14="http://schemas.microsoft.com/office/powerpoint/2010/main" val="25092082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DBD0"/>
        </a:solidFill>
        <a:effectLst/>
      </p:bgPr>
    </p:bg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9"/>
          <p:cNvSpPr txBox="1">
            <a:spLocks noGrp="1"/>
          </p:cNvSpPr>
          <p:nvPr>
            <p:ph type="ctrTitle" idx="4294967295"/>
          </p:nvPr>
        </p:nvSpPr>
        <p:spPr>
          <a:xfrm>
            <a:off x="1089725" y="1970775"/>
            <a:ext cx="6393116" cy="69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36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Merci pour votre attention</a:t>
            </a:r>
            <a:br>
              <a:rPr lang="fr" sz="36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</a:br>
            <a:r>
              <a:rPr lang="fr" sz="36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Des</a:t>
            </a:r>
            <a:r>
              <a:rPr lang="fr" sz="3600" b="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questions ?</a:t>
            </a:r>
            <a:endParaRPr sz="3600" b="0" i="0" u="none" strike="noStrike" cap="none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188" name="Google Shape;188;p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918625" y="3006625"/>
            <a:ext cx="4599299" cy="21368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89" name="Google Shape;189;p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232375" y="915775"/>
            <a:ext cx="797425" cy="839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2986</TotalTime>
  <Words>461</Words>
  <Application>Microsoft Office PowerPoint</Application>
  <PresentationFormat>Affichage à l'écran (16:9)</PresentationFormat>
  <Paragraphs>77</Paragraphs>
  <Slides>7</Slides>
  <Notes>7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2</vt:i4>
      </vt:variant>
      <vt:variant>
        <vt:lpstr>Titres des diapositives</vt:lpstr>
      </vt:variant>
      <vt:variant>
        <vt:i4>7</vt:i4>
      </vt:variant>
    </vt:vector>
  </HeadingPairs>
  <TitlesOfParts>
    <vt:vector size="13" baseType="lpstr">
      <vt:lpstr>Inter Medium</vt:lpstr>
      <vt:lpstr>Arial</vt:lpstr>
      <vt:lpstr>Wingdings</vt:lpstr>
      <vt:lpstr>Inter SemiBold</vt:lpstr>
      <vt:lpstr>Simple Light</vt:lpstr>
      <vt:lpstr>1_Simple Light</vt:lpstr>
      <vt:lpstr>Walmart sales </vt:lpstr>
      <vt:lpstr>Contexte</vt:lpstr>
      <vt:lpstr>EDA</vt:lpstr>
      <vt:lpstr>Métriques et protocole Critères d’évaluation du modèle de régression</vt:lpstr>
      <vt:lpstr>Résultats et optimisations 1/2 Baseline vs Ridge/Lasso : amélioration de la généralisation</vt:lpstr>
      <vt:lpstr>Résultats et optimisations 2/2 Interprétation des résultats</vt:lpstr>
      <vt:lpstr>Merci pour votre attention Des questions 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Jean-Yves Vuillequez</dc:creator>
  <cp:lastModifiedBy>Jean-Yves Vuillequez</cp:lastModifiedBy>
  <cp:revision>237</cp:revision>
  <dcterms:modified xsi:type="dcterms:W3CDTF">2026-02-02T17:16:09Z</dcterms:modified>
</cp:coreProperties>
</file>